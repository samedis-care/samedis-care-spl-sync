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206240" cy="4206240"/>
          </a:xfrm>
          <a:prstGeom prst="ellipse">
            <a:avLst/>
          </a:prstGeom>
          <a:solidFill>
            <a:srgbClr val="0060A8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3383280"/>
            <a:ext cx="2926080" cy="2926080"/>
          </a:xfrm>
          <a:prstGeom prst="ellipse">
            <a:avLst/>
          </a:prstGeom>
          <a:solidFill>
            <a:srgbClr val="0A2A5E"/>
          </a:solidFill>
          <a:ln/>
        </p:spPr>
      </p:sp>
      <p:sp>
        <p:nvSpPr>
          <p:cNvPr id="4" name="Shape 2"/>
          <p:cNvSpPr/>
          <p:nvPr/>
        </p:nvSpPr>
        <p:spPr>
          <a:xfrm>
            <a:off x="9052560" y="4480560"/>
            <a:ext cx="1188720" cy="1188720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samedis</a:t>
            </a:r>
            <a:pPr algn="l" indent="0" marL="0">
              <a:buNone/>
            </a:pPr>
            <a:r>
              <a:rPr lang="en-US" sz="1800" b="1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8412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Prüfen wie gewohnt.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Dokumentieren wie nie.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 Actimed und samedis.care — verbunden durch einen unsichtbaren Sync. Für Prüfdienstleister, die ihre Zeit lieber ins Prüfen stecken als ins Abtippen.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Für Dienstleister, die SPL Actimed nutzen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Alltag heute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Systeme, die nichts voneinander wissen — die Lücke füllen Sie von Hand.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29384"/>
            <a:ext cx="384048" cy="384048"/>
          </a:xfrm>
          <a:prstGeom prst="ellipse">
            <a:avLst/>
          </a:prstGeom>
          <a:solidFill>
            <a:srgbClr val="E24C6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93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34440" y="18288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Auftrag zweimal  </a:t>
            </a:r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Wartung in samedis.care planen — und dieselbe Prüfung nochmal in Actimed anlegen.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587752"/>
            <a:ext cx="384048" cy="384048"/>
          </a:xfrm>
          <a:prstGeom prst="ellipse">
            <a:avLst/>
          </a:prstGeom>
          <a:solidFill>
            <a:srgbClr val="E24C6B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877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2487168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Ergebnisse abtippen  </a:t>
            </a:r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Prüfwerte und Ergebnis aus Actimed von Hand zurück in die Cloud übertragen.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246120"/>
            <a:ext cx="384048" cy="384048"/>
          </a:xfrm>
          <a:prstGeom prst="ellipse">
            <a:avLst/>
          </a:prstGeom>
          <a:solidFill>
            <a:srgbClr val="E24C6B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34440" y="314553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Protokolle verschicken  </a:t>
            </a:r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per Mail oder USB — und hoffen, dass sie beim richtigen Vorgang landen.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3904488"/>
            <a:ext cx="384048" cy="384048"/>
          </a:xfrm>
          <a:prstGeom prst="ellipse">
            <a:avLst/>
          </a:prstGeom>
          <a:solidFill>
            <a:srgbClr val="E24C6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044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34440" y="380390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450" b="1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Fälligkeiten im Kopf  </a:t>
            </a:r>
            <a:pPr indent="0" marL="0">
              <a:lnSpc>
                <a:spcPct val="102000"/>
              </a:lnSpc>
              <a:buNone/>
            </a:pPr>
            <a:r>
              <a:rPr lang="en-US" sz="14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Wann ist welches Gerät wieder dran? Steht in Excel, im Kopf, überall verstreut.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8229600" y="1874520"/>
            <a:ext cx="3383280" cy="2606040"/>
          </a:xfrm>
          <a:prstGeom prst="roundRect">
            <a:avLst>
              <a:gd name="adj" fmla="val 4211"/>
            </a:avLst>
          </a:prstGeom>
          <a:solidFill>
            <a:srgbClr val="001848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2860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doppelte Arbeit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412480" y="320040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verlorene Zeit, Übertragungsfehler und Prüfnachweise, die nicht dort sind, wo der Kunde sie sucht.</a:t>
            </a:r>
            <a:endParaRPr lang="en-US" sz="1400" dirty="0"/>
          </a:p>
        </p:txBody>
      </p:sp>
      <p:pic>
        <p:nvPicPr>
          <p:cNvPr id="19" name="Image 0" descr="/Users/yvesrausch/github/samedis-care-tools/samedis-care-spl-sync/samedi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1417320" cy="3108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155680" y="6309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Idee in einem Satz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1554480"/>
            <a:ext cx="108813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Actimed bleibt Ihr Prüfwerkzeug.
</a:t>
            </a:r>
            <a:pPr indent="0" marL="0">
              <a:lnSpc>
                <a:spcPct val="11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samedis.care wird Ihr Auftrags- und Nachweis-Cockpit.
</a:t>
            </a:r>
            <a:pPr indent="0" marL="0">
              <a:lnSpc>
                <a:spcPct val="112000"/>
              </a:lnSpc>
              <a:buNone/>
            </a:pPr>
            <a:r>
              <a:rPr lang="en-US" sz="30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Dazwischen läuft ein kleines Windows-Programm — unsichtbar, automatisch.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554480" y="4572000"/>
            <a:ext cx="1371600" cy="1371600"/>
          </a:xfrm>
          <a:prstGeom prst="ellipse">
            <a:avLst/>
          </a:prstGeom>
          <a:solidFill>
            <a:srgbClr val="0060A8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5989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samedis.care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394960" y="4572000"/>
            <a:ext cx="1371600" cy="1371600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0" y="5989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9235440" y="4572000"/>
            <a:ext cx="1371600" cy="1371600"/>
          </a:xfrm>
          <a:prstGeom prst="ellipse">
            <a:avLst/>
          </a:prstGeom>
          <a:solidFill>
            <a:srgbClr val="12408A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0" y="5989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Actimed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45720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E8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766560" y="4572000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6E86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Tag mit dem Sync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Techniker merkt vom Sync nichts — er merkt nur, dass die lästige Nacharbeit weg ist.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603504" cy="603504"/>
          </a:xfrm>
          <a:prstGeom prst="ellipse">
            <a:avLst/>
          </a:prstGeom>
          <a:solidFill>
            <a:srgbClr val="0060A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26974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Morgens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2615184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5">
                <a:alpha val="5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3364992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offenen Wartungsaufträge stehen automatisch als geplante Prüfungen in Actimed — mit Gerät, Fälligkeit und Prüfvorschrift.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419856" y="1965960"/>
            <a:ext cx="603504" cy="603504"/>
          </a:xfrm>
          <a:prstGeom prst="ellipse">
            <a:avLst/>
          </a:prstGeom>
          <a:solidFill>
            <a:srgbClr val="0060A8"/>
          </a:solidFill>
          <a:ln/>
        </p:spPr>
      </p:sp>
      <p:sp>
        <p:nvSpPr>
          <p:cNvPr id="10" name="Text 8"/>
          <p:cNvSpPr/>
          <p:nvPr/>
        </p:nvSpPr>
        <p:spPr>
          <a:xfrm>
            <a:off x="3419856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374136" y="26974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Vor Ort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419856" y="3200400"/>
            <a:ext cx="2615184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5">
                <a:alpha val="5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584448" y="3364992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Techniker prüft wie immer: Prüfvorschrift starten, Messgerät läuft, Werte speichern. Auch komplett offline.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91072" y="1965960"/>
            <a:ext cx="603504" cy="603504"/>
          </a:xfrm>
          <a:prstGeom prst="ellipse">
            <a:avLst/>
          </a:prstGeom>
          <a:solidFill>
            <a:srgbClr val="0060A8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245352" y="26974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Sekunden später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291072" y="3200400"/>
            <a:ext cx="2615184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5">
                <a:alpha val="5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55664" y="3364992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und Prüfnachweis hängen automatisch am richtigen samedis.care-Vorgang — als PDF oder als Wertenachweis-Bild.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162288" y="1965960"/>
            <a:ext cx="603504" cy="603504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20" name="Text 18"/>
          <p:cNvSpPr/>
          <p:nvPr/>
        </p:nvSpPr>
        <p:spPr>
          <a:xfrm>
            <a:off x="9162288" y="196596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16568" y="2697480"/>
            <a:ext cx="26151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Automatisch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9162288" y="3200400"/>
            <a:ext cx="2615184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5">
                <a:alpha val="5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326880" y="3364992"/>
            <a:ext cx="2286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nächste Prüfung ist schon geplant — Fälligkeit = Prüfdatum + Intervall. Nichts geht verloren.</a:t>
            </a:r>
            <a:endParaRPr lang="en-US" sz="1300" dirty="0"/>
          </a:p>
        </p:txBody>
      </p:sp>
      <p:pic>
        <p:nvPicPr>
          <p:cNvPr id="24" name="Image 0" descr="/Users/yvesrausch/github/samedis-care-tools/samedis-care-spl-sync/samedi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1417320" cy="31089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155680" y="6309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 wählen Ihre Arbeitsweise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Zwei Wege zum selben Ziel — der Sync unterstützt beide, auch gleichzeitig.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C3D3E6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860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0060A8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Actimed-first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2880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Drucken wie bisher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Techniker arbeitet komplett in Actimed und druckt das gewohnte Prüfprotokoll. Der Sync erkennt das PDF und hängt es an den Vorgang in samedis.care.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5074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6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für  </a:t>
            </a:r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QM- und Audit-Setups mit Original­protokoll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82512" y="1920240"/>
            <a:ext cx="5257800" cy="3794760"/>
          </a:xfrm>
          <a:prstGeom prst="roundRect">
            <a:avLst>
              <a:gd name="adj" fmla="val 2892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C3D3E6">
                <a:alpha val="5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748272" y="2286000"/>
            <a:ext cx="2194560" cy="457200"/>
          </a:xfrm>
          <a:prstGeom prst="roundRect">
            <a:avLst>
              <a:gd name="adj" fmla="val 50000"/>
            </a:avLst>
          </a:prstGeom>
          <a:solidFill>
            <a:srgbClr val="00A8C0"/>
          </a:solidFill>
          <a:ln/>
        </p:spPr>
      </p:sp>
      <p:sp>
        <p:nvSpPr>
          <p:cNvPr id="12" name="Text 10"/>
          <p:cNvSpPr/>
          <p:nvPr/>
        </p:nvSpPr>
        <p:spPr>
          <a:xfrm>
            <a:off x="6748272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48272" y="2880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Papierlos am Gerät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6748272" y="3474720"/>
            <a:ext cx="45720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Techniker arbeitet in samedis.care am Handy oder Tablet; Actimed steuert nur die Messgeräte. Der Sync erzeugt automatisch einen Wertenachweis und hängt ihn an.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48272" y="5074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für  </a:t>
            </a:r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Teams ohne Druckerei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5806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006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Beides gleichzeitig? Läuft — der Vorgang trägt am Ende beide Nachweise.</a:t>
            </a:r>
            <a:endParaRPr lang="en-US" sz="1350" dirty="0"/>
          </a:p>
        </p:txBody>
      </p:sp>
      <p:pic>
        <p:nvPicPr>
          <p:cNvPr id="17" name="Image 0" descr="/Users/yvesrausch/github/samedis-care-tools/samedis-care-spl-sync/samedi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1417320" cy="31089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155680" y="6309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automatisch passiert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Einmal eingerichtet, läuft der Sync im Hintergrund — Sie klicken nichts.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5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267712"/>
            <a:ext cx="457200" cy="457200"/>
          </a:xfrm>
          <a:prstGeom prst="ellipse">
            <a:avLst/>
          </a:prstGeom>
          <a:solidFill>
            <a:srgbClr val="0060A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22311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Aufträge kommen 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08760" y="276148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Offene Wartungen landen als geplante Prüfungen in Actimed — inkl. Gerät, Fälligkeit und Prüfvorschrift.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53912" y="1920240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5">
                <a:alpha val="5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267712"/>
            <a:ext cx="457200" cy="457200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22677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14032" y="223113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Nachweise gehen zurück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114032" y="2761488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Ergebnis und Prüfnachweis erscheinen in ~30 Sekunden am richtigen Vorgang in der Cloud.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87368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5">
                <a:alpha val="5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434840"/>
            <a:ext cx="457200" cy="457200"/>
          </a:xfrm>
          <a:prstGeom prst="ellipse">
            <a:avLst/>
          </a:prstGeom>
          <a:solidFill>
            <a:srgbClr val="0060A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3982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Folgeprüfung geplant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08760" y="4928616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Prüfintervall wird übernommen und die nächste Prüfung automatisch terminiert.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53912" y="4087368"/>
            <a:ext cx="52578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C9D6E5">
                <a:alpha val="5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4434840"/>
            <a:ext cx="457200" cy="457200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4434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14032" y="439826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kein Problem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114032" y="4928616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Beim Kunden ohne Netz? Der Sync merkt sich alles und holt auf, sobald wieder online.</a:t>
            </a:r>
            <a:endParaRPr lang="en-US" sz="1300" dirty="0"/>
          </a:p>
        </p:txBody>
      </p:sp>
      <p:pic>
        <p:nvPicPr>
          <p:cNvPr id="24" name="Image 0" descr="/Users/yvesrausch/github/samedis-care-tools/samedis-care-spl-sync/samedi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1417320" cy="31089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155680" y="6309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Sie NICHT ändern müssen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58368" y="1417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Sync fügt sich ein — er stellt Ihren Betrieb nicht um.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2960" y="2304288"/>
            <a:ext cx="457200" cy="457200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042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08760" y="22402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Ihren gewohnten Actimed-Workflow — prüfen, speichern, drucken wie immer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3145536"/>
            <a:ext cx="457200" cy="457200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455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308152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Prüfvorschriften und Messgeräte (DP300, DP600, GM-800 …)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986784"/>
            <a:ext cx="457200" cy="457200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392277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Prüfberichtsnummern und das Original-Prüfprotokoll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828032"/>
            <a:ext cx="457200" cy="457200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8280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508760" y="476402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Keine neue Software, die der Techniker lernen muss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" y="6263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samedis</a:t>
            </a:r>
            <a:pPr algn="l" indent="0" marL="0">
              <a:buNone/>
            </a:pPr>
            <a:r>
              <a:rPr lang="en-US" sz="1800" b="1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.care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3 Schritten startklar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Server, kein IT-Projekt. Und beim Onboarding sind wir dabei.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639312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C3D3E6">
                <a:alpha val="5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423160"/>
            <a:ext cx="777240" cy="777240"/>
          </a:xfrm>
          <a:prstGeom prst="ellipse">
            <a:avLst/>
          </a:prstGeom>
          <a:solidFill>
            <a:srgbClr val="0060A8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423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60120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Installieren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60120" y="39319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Windows-Datei in einen Ordner kopieren (z. B. C:\spl-sync\). Access-Treiber x64 einmalig einrichten — fertig.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462272" y="2011680"/>
            <a:ext cx="3639312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C3D3E6">
                <a:alpha val="5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3752" y="2423160"/>
            <a:ext cx="777240" cy="777240"/>
          </a:xfrm>
          <a:prstGeom prst="ellipse">
            <a:avLst/>
          </a:prstGeom>
          <a:solidFill>
            <a:srgbClr val="0060A8"/>
          </a:solidFill>
          <a:ln/>
        </p:spPr>
      </p:sp>
      <p:sp>
        <p:nvSpPr>
          <p:cNvPr id="11" name="Text 9"/>
          <p:cNvSpPr/>
          <p:nvPr/>
        </p:nvSpPr>
        <p:spPr>
          <a:xfrm>
            <a:off x="4873752" y="2423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873752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Zuordnen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873752" y="39319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Ihre Mandanten mit den Actimed-Kunden verbinden und die Wartungsarten einmal zuordnen. Per Klick-Dialog, wir helfen dabei.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375904" y="2011680"/>
            <a:ext cx="3639312" cy="356616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88900" dist="25400" dir="5400000">
              <a:srgbClr val="C3D3E6">
                <a:alpha val="5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787384" y="2423160"/>
            <a:ext cx="777240" cy="777240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16" name="Text 14"/>
          <p:cNvSpPr/>
          <p:nvPr/>
        </p:nvSpPr>
        <p:spPr>
          <a:xfrm>
            <a:off x="8787384" y="24231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787384" y="33832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Loslegen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787384" y="3931920"/>
            <a:ext cx="2880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50" dirty="0">
                <a:solidFill>
                  <a:srgbClr val="172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Tray-Icon läuft im Hintergrund und zeigt den Status. Ab jetzt passiert der Abgleich von selbst.</a:t>
            </a:r>
            <a:endParaRPr lang="en-US" sz="1350" dirty="0"/>
          </a:p>
        </p:txBody>
      </p:sp>
      <p:pic>
        <p:nvPicPr>
          <p:cNvPr id="19" name="Image 0" descr="/Users/yvesrausch/github/samedis-care-tools/samedis-care-spl-sync/samedi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1417320" cy="310896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1155680" y="6309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18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Ihr Nutzen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Weniger Nacharbeit, lückenlose Nachweise, zufriedene Kunden.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2615184" cy="3200400"/>
          </a:xfrm>
          <a:prstGeom prst="roundRect">
            <a:avLst>
              <a:gd name="adj" fmla="val 4196"/>
            </a:avLst>
          </a:prstGeom>
          <a:solidFill>
            <a:srgbClr val="0060A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51460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0×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Doppelerfassung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411480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 Prüfung wird genau einmal erfasst.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19856" y="2103120"/>
            <a:ext cx="2615184" cy="3200400"/>
          </a:xfrm>
          <a:prstGeom prst="roundRect">
            <a:avLst>
              <a:gd name="adj" fmla="val 4196"/>
            </a:avLst>
          </a:prstGeom>
          <a:solidFill>
            <a:srgbClr val="001848"/>
          </a:solidFill>
          <a:ln/>
        </p:spPr>
      </p:sp>
      <p:sp>
        <p:nvSpPr>
          <p:cNvPr id="9" name="Text 7"/>
          <p:cNvSpPr/>
          <p:nvPr/>
        </p:nvSpPr>
        <p:spPr>
          <a:xfrm>
            <a:off x="3511296" y="251460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s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3602736" y="36118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 zum Nachweis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648456" y="411480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schnell hängt das Ergebnis am Vorgang.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91072" y="2103120"/>
            <a:ext cx="2615184" cy="3200400"/>
          </a:xfrm>
          <a:prstGeom prst="roundRect">
            <a:avLst>
              <a:gd name="adj" fmla="val 4196"/>
            </a:avLst>
          </a:prstGeom>
          <a:solidFill>
            <a:srgbClr val="0060A8"/>
          </a:solidFill>
          <a:ln/>
        </p:spPr>
      </p:sp>
      <p:sp>
        <p:nvSpPr>
          <p:cNvPr id="13" name="Text 11"/>
          <p:cNvSpPr/>
          <p:nvPr/>
        </p:nvSpPr>
        <p:spPr>
          <a:xfrm>
            <a:off x="6382512" y="251460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100 %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6473952" y="36118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Fälligkeiten zentral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19672" y="411480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Termine live in der Cloud, nichts im Excel.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162288" y="2103120"/>
            <a:ext cx="2615184" cy="3200400"/>
          </a:xfrm>
          <a:prstGeom prst="roundRect">
            <a:avLst>
              <a:gd name="adj" fmla="val 4196"/>
            </a:avLst>
          </a:prstGeom>
          <a:solidFill>
            <a:srgbClr val="001848"/>
          </a:solidFill>
          <a:ln/>
        </p:spPr>
      </p:sp>
      <p:sp>
        <p:nvSpPr>
          <p:cNvPr id="17" name="Text 15"/>
          <p:cNvSpPr/>
          <p:nvPr/>
        </p:nvSpPr>
        <p:spPr>
          <a:xfrm>
            <a:off x="9253728" y="2514600"/>
            <a:ext cx="24323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9345168" y="3611880"/>
            <a:ext cx="2249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Datei, kein Server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390888" y="4114800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CA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EXE im Hintergrund — mehr braucht es nicht.</a:t>
            </a:r>
            <a:endParaRPr lang="en-US" sz="1250" dirty="0"/>
          </a:p>
        </p:txBody>
      </p:sp>
      <p:pic>
        <p:nvPicPr>
          <p:cNvPr id="20" name="Image 0" descr="/Users/yvesrausch/github/samedis-care-tools/samedis-care-spl-sync/samedis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327648"/>
            <a:ext cx="1417320" cy="310896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1155680" y="6309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1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097280"/>
            <a:ext cx="4023360" cy="4023360"/>
          </a:xfrm>
          <a:prstGeom prst="ellipse">
            <a:avLst/>
          </a:prstGeom>
          <a:solidFill>
            <a:srgbClr val="0060A8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3931920"/>
            <a:ext cx="2377440" cy="2377440"/>
          </a:xfrm>
          <a:prstGeom prst="ellipse">
            <a:avLst/>
          </a:prstGeom>
          <a:solidFill>
            <a:srgbClr val="00A8C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samedis</a:t>
            </a:r>
            <a:pPr algn="l" indent="0" marL="0">
              <a:buNone/>
            </a:pPr>
            <a:r>
              <a:rPr lang="en-US" sz="1800" b="1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.care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Lassen Sie uns Ihren Pilot einrichten.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32918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9F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Eine Stunde Webdemo, ein Pilot-Notebook, klare Antworten. Wir richten die Zuordnung Ihrer Tätigkeitsarten gemeinsam ein.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40080" y="4526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Kathleen Birkl · Yves Rausch
</a:t>
            </a:r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00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kathleen@samedis.care · yves@samedis.care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6126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E9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 — wir starten mit 3 bis 5 Pilot-Dienstleistern.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2026-07-06T08:39:27Z</dcterms:created>
  <dcterms:modified xsi:type="dcterms:W3CDTF">2026-07-06T08:39:27Z</dcterms:modified>
</cp:coreProperties>
</file>