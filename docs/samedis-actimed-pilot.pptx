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8" r:id="rId5"/>
    <p:sldId id="282" r:id="rId6"/>
    <p:sldId id="274" r:id="rId7"/>
    <p:sldId id="270" r:id="rId9"/>
    <p:sldId id="277" r:id="rId12"/>
    <p:sldId id="271" r:id="rId11"/>
    <p:sldId id="279" r:id="rId14"/>
    <p:sldId id="280" r:id="rId15"/>
    <p:sldId id="268" r:id="rId8"/>
    <p:sldId id="278" r:id="rId13"/>
    <p:sldId id="272" r:id="rId10"/>
    <p:sldId id="28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8FC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19" d="100"/>
          <a:sy n="119" d="100"/>
        </p:scale>
        <p:origin x="55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18A7A-9751-4C42-A41F-2D742CBC6935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AA3D0-3835-E644-90CD-11FD18DDB6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75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AA3D0-3835-E644-90CD-11FD18DDB6C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9305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AB5538-E783-65F9-302C-A408DA356A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F549821-E71D-E5C5-7277-7A3E8612FC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4405" y="-7951"/>
            <a:ext cx="4172433" cy="6869126"/>
          </a:xfrm>
          <a:custGeom>
            <a:avLst/>
            <a:gdLst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96001 w 6096001"/>
              <a:gd name="connsiteY2" fmla="*/ 6861175 h 6861175"/>
              <a:gd name="connsiteX3" fmla="*/ 0 w 6096001"/>
              <a:gd name="connsiteY3" fmla="*/ 6861175 h 6861175"/>
              <a:gd name="connsiteX4" fmla="*/ 0 w 6096001"/>
              <a:gd name="connsiteY4" fmla="*/ 0 h 6861175"/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89651 w 6096001"/>
              <a:gd name="connsiteY2" fmla="*/ 3432175 h 6861175"/>
              <a:gd name="connsiteX3" fmla="*/ 6096001 w 6096001"/>
              <a:gd name="connsiteY3" fmla="*/ 6861175 h 6861175"/>
              <a:gd name="connsiteX4" fmla="*/ 0 w 6096001"/>
              <a:gd name="connsiteY4" fmla="*/ 6861175 h 6861175"/>
              <a:gd name="connsiteX5" fmla="*/ 0 w 6096001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2847372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2847372 w 6267451"/>
              <a:gd name="connsiteY5" fmla="*/ 0 h 6861175"/>
              <a:gd name="connsiteX0" fmla="*/ 2118167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2118167 w 6267451"/>
              <a:gd name="connsiteY5" fmla="*/ 0 h 6861175"/>
              <a:gd name="connsiteX0" fmla="*/ 0 w 4149284"/>
              <a:gd name="connsiteY0" fmla="*/ 0 h 6861175"/>
              <a:gd name="connsiteX1" fmla="*/ 3914334 w 4149284"/>
              <a:gd name="connsiteY1" fmla="*/ 0 h 6861175"/>
              <a:gd name="connsiteX2" fmla="*/ 4149284 w 4149284"/>
              <a:gd name="connsiteY2" fmla="*/ 3438525 h 6861175"/>
              <a:gd name="connsiteX3" fmla="*/ 3914334 w 4149284"/>
              <a:gd name="connsiteY3" fmla="*/ 6861175 h 6861175"/>
              <a:gd name="connsiteX4" fmla="*/ 1551008 w 4149284"/>
              <a:gd name="connsiteY4" fmla="*/ 6375038 h 6861175"/>
              <a:gd name="connsiteX5" fmla="*/ 0 w 4149284"/>
              <a:gd name="connsiteY5" fmla="*/ 0 h 6861175"/>
              <a:gd name="connsiteX0" fmla="*/ 23149 w 4172433"/>
              <a:gd name="connsiteY0" fmla="*/ 0 h 6861175"/>
              <a:gd name="connsiteX1" fmla="*/ 3937483 w 4172433"/>
              <a:gd name="connsiteY1" fmla="*/ 0 h 6861175"/>
              <a:gd name="connsiteX2" fmla="*/ 4172433 w 4172433"/>
              <a:gd name="connsiteY2" fmla="*/ 3438525 h 6861175"/>
              <a:gd name="connsiteX3" fmla="*/ 3937483 w 4172433"/>
              <a:gd name="connsiteY3" fmla="*/ 6861175 h 6861175"/>
              <a:gd name="connsiteX4" fmla="*/ 0 w 4172433"/>
              <a:gd name="connsiteY4" fmla="*/ 6861175 h 6861175"/>
              <a:gd name="connsiteX5" fmla="*/ 23149 w 4172433"/>
              <a:gd name="connsiteY5" fmla="*/ 0 h 6861175"/>
              <a:gd name="connsiteX0" fmla="*/ 7247 w 4172433"/>
              <a:gd name="connsiteY0" fmla="*/ 0 h 6869126"/>
              <a:gd name="connsiteX1" fmla="*/ 3937483 w 4172433"/>
              <a:gd name="connsiteY1" fmla="*/ 7951 h 6869126"/>
              <a:gd name="connsiteX2" fmla="*/ 4172433 w 4172433"/>
              <a:gd name="connsiteY2" fmla="*/ 3446476 h 6869126"/>
              <a:gd name="connsiteX3" fmla="*/ 3937483 w 4172433"/>
              <a:gd name="connsiteY3" fmla="*/ 6869126 h 6869126"/>
              <a:gd name="connsiteX4" fmla="*/ 0 w 4172433"/>
              <a:gd name="connsiteY4" fmla="*/ 6869126 h 6869126"/>
              <a:gd name="connsiteX5" fmla="*/ 7247 w 4172433"/>
              <a:gd name="connsiteY5" fmla="*/ 0 h 686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2433" h="6869126">
                <a:moveTo>
                  <a:pt x="7247" y="0"/>
                </a:moveTo>
                <a:lnTo>
                  <a:pt x="3937483" y="7951"/>
                </a:lnTo>
                <a:cubicBezTo>
                  <a:pt x="4100466" y="1190109"/>
                  <a:pt x="4172433" y="2302947"/>
                  <a:pt x="4172433" y="3446476"/>
                </a:cubicBezTo>
                <a:cubicBezTo>
                  <a:pt x="4172433" y="4590005"/>
                  <a:pt x="4100466" y="5700726"/>
                  <a:pt x="3937483" y="6869126"/>
                </a:cubicBezTo>
                <a:lnTo>
                  <a:pt x="0" y="6869126"/>
                </a:lnTo>
                <a:cubicBezTo>
                  <a:pt x="7716" y="4582068"/>
                  <a:pt x="-469" y="2287058"/>
                  <a:pt x="7247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277C3E2-AB8D-0171-56F2-EA448C5D03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7460" y="1018953"/>
            <a:ext cx="5882340" cy="1087639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11" name="Inhaltsplatzhalter 12">
            <a:extLst>
              <a:ext uri="{FF2B5EF4-FFF2-40B4-BE49-F238E27FC236}">
                <a16:creationId xmlns:a16="http://schemas.microsoft.com/office/drawing/2014/main" id="{9EDAB9D0-EBCD-65CF-2D07-AE54939CB5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17459" y="2236498"/>
            <a:ext cx="5882339" cy="3284625"/>
          </a:xfrm>
        </p:spPr>
        <p:txBody>
          <a:bodyPr>
            <a:normAutofit/>
          </a:bodyPr>
          <a:lstStyle>
            <a:lvl1pPr marL="3429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8001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2pPr>
            <a:lvl3pPr marL="12573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3pPr>
            <a:lvl4pPr marL="17145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4pPr>
            <a:lvl5pPr marL="2171700" indent="-342900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1547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10007600" cy="1549400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722636"/>
            <a:ext cx="8434572" cy="2538117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81714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_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10007600" cy="1549400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722636"/>
            <a:ext cx="483156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Inhaltsplatzhalter 12">
            <a:extLst>
              <a:ext uri="{FF2B5EF4-FFF2-40B4-BE49-F238E27FC236}">
                <a16:creationId xmlns:a16="http://schemas.microsoft.com/office/drawing/2014/main" id="{E67F3B1A-13FC-8E5C-A284-59FF1BEB8F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8234" y="2722636"/>
            <a:ext cx="483156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2423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_Spalten_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729641"/>
            <a:ext cx="10007600" cy="1457325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3132994"/>
            <a:ext cx="4831566" cy="2503877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Inhaltsplatzhalter 12">
            <a:extLst>
              <a:ext uri="{FF2B5EF4-FFF2-40B4-BE49-F238E27FC236}">
                <a16:creationId xmlns:a16="http://schemas.microsoft.com/office/drawing/2014/main" id="{E67F3B1A-13FC-8E5C-A284-59FF1BEB8F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8234" y="3132994"/>
            <a:ext cx="4831566" cy="2503877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D99F942C-9BF7-3E9D-39EB-5C4CCB068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200" y="2186967"/>
            <a:ext cx="10007600" cy="819150"/>
          </a:xfrm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</a:t>
            </a:r>
            <a:br>
              <a:rPr lang="de-DE"/>
            </a:br>
            <a:r>
              <a:rPr lang="de-DE"/>
              <a:t>zweizeiliges Beispiel</a:t>
            </a:r>
          </a:p>
        </p:txBody>
      </p:sp>
    </p:spTree>
    <p:extLst>
      <p:ext uri="{BB962C8B-B14F-4D97-AF65-F5344CB8AC3E}">
        <p14:creationId xmlns:p14="http://schemas.microsoft.com/office/powerpoint/2010/main" val="116548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3_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612DBF0-01B9-3DD7-B751-61F156D953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10007600" cy="1549400"/>
          </a:xfrm>
        </p:spPr>
        <p:txBody>
          <a:bodyPr anchor="ctr">
            <a:noAutofit/>
          </a:bodyPr>
          <a:lstStyle>
            <a:lvl1pPr marL="0" indent="0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4" name="Inhaltsplatzhalter 12">
            <a:extLst>
              <a:ext uri="{FF2B5EF4-FFF2-40B4-BE49-F238E27FC236}">
                <a16:creationId xmlns:a16="http://schemas.microsoft.com/office/drawing/2014/main" id="{10AD0458-AD2B-88CD-F834-F14C3869A4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722636"/>
            <a:ext cx="318450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12">
            <a:extLst>
              <a:ext uri="{FF2B5EF4-FFF2-40B4-BE49-F238E27FC236}">
                <a16:creationId xmlns:a16="http://schemas.microsoft.com/office/drawing/2014/main" id="{18B11012-2562-8C00-0D7D-C2275FFFE6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09481" y="2722636"/>
            <a:ext cx="318450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BF5DD268-D22F-4B42-E49C-59522B3235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21028" y="2722636"/>
            <a:ext cx="3184506" cy="2912354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77349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_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885B02F-D1FD-FA16-BB1F-EC4DB4E0A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Eine Ecke des Rechtecks abrunden 7">
            <a:extLst>
              <a:ext uri="{FF2B5EF4-FFF2-40B4-BE49-F238E27FC236}">
                <a16:creationId xmlns:a16="http://schemas.microsoft.com/office/drawing/2014/main" id="{69B35568-80F5-8357-40E6-EE43DC17DA91}"/>
              </a:ext>
            </a:extLst>
          </p:cNvPr>
          <p:cNvSpPr/>
          <p:nvPr userDrawn="1"/>
        </p:nvSpPr>
        <p:spPr>
          <a:xfrm rot="10800000" flipH="1">
            <a:off x="1101624" y="2706984"/>
            <a:ext cx="3175000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Bildplatzhalter 20">
            <a:extLst>
              <a:ext uri="{FF2B5EF4-FFF2-40B4-BE49-F238E27FC236}">
                <a16:creationId xmlns:a16="http://schemas.microsoft.com/office/drawing/2014/main" id="{C178267B-0832-1060-F8BC-848CEE190D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1706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0" name="Eine Ecke des Rechtecks abrunden 9">
            <a:extLst>
              <a:ext uri="{FF2B5EF4-FFF2-40B4-BE49-F238E27FC236}">
                <a16:creationId xmlns:a16="http://schemas.microsoft.com/office/drawing/2014/main" id="{F0B24E5A-2C49-0F47-81DF-32F4F3EADD03}"/>
              </a:ext>
            </a:extLst>
          </p:cNvPr>
          <p:cNvSpPr/>
          <p:nvPr userDrawn="1"/>
        </p:nvSpPr>
        <p:spPr>
          <a:xfrm rot="10800000" flipH="1">
            <a:off x="4502022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Bildplatzhalter 20">
            <a:extLst>
              <a:ext uri="{FF2B5EF4-FFF2-40B4-BE49-F238E27FC236}">
                <a16:creationId xmlns:a16="http://schemas.microsoft.com/office/drawing/2014/main" id="{B7E7C920-9C7C-909D-726F-497561DE605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02105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3" name="Eine Ecke des Rechtecks abrunden 12">
            <a:extLst>
              <a:ext uri="{FF2B5EF4-FFF2-40B4-BE49-F238E27FC236}">
                <a16:creationId xmlns:a16="http://schemas.microsoft.com/office/drawing/2014/main" id="{30B95054-2809-080F-C9B2-B740498DA4D1}"/>
              </a:ext>
            </a:extLst>
          </p:cNvPr>
          <p:cNvSpPr/>
          <p:nvPr userDrawn="1"/>
        </p:nvSpPr>
        <p:spPr>
          <a:xfrm rot="10800000" flipH="1">
            <a:off x="7915211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Bildplatzhalter 20">
            <a:extLst>
              <a:ext uri="{FF2B5EF4-FFF2-40B4-BE49-F238E27FC236}">
                <a16:creationId xmlns:a16="http://schemas.microsoft.com/office/drawing/2014/main" id="{2FE36CD8-471C-1E0E-C53E-6411A935E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915294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6" name="Inhaltsplatzhalter 12">
            <a:extLst>
              <a:ext uri="{FF2B5EF4-FFF2-40B4-BE49-F238E27FC236}">
                <a16:creationId xmlns:a16="http://schemas.microsoft.com/office/drawing/2014/main" id="{B7267039-D2B5-E471-EA46-BE932B041FA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48118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4ECAA964-B204-D4D6-0BEB-54E240C41B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8676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8" name="Inhaltsplatzhalter 12">
            <a:extLst>
              <a:ext uri="{FF2B5EF4-FFF2-40B4-BE49-F238E27FC236}">
                <a16:creationId xmlns:a16="http://schemas.microsoft.com/office/drawing/2014/main" id="{0046BB90-D0A1-99E5-2F5A-81D36DCDDF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7335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A0CEB740-693D-F995-FABE-0FC26B961F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341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20" name="Inhaltsplatzhalter 12">
            <a:extLst>
              <a:ext uri="{FF2B5EF4-FFF2-40B4-BE49-F238E27FC236}">
                <a16:creationId xmlns:a16="http://schemas.microsoft.com/office/drawing/2014/main" id="{3A5B4142-1F31-AA6B-0AA4-B0268DAAC0B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3299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2" name="Textplatzhalter 24">
            <a:extLst>
              <a:ext uri="{FF2B5EF4-FFF2-40B4-BE49-F238E27FC236}">
                <a16:creationId xmlns:a16="http://schemas.microsoft.com/office/drawing/2014/main" id="{34554F06-3304-34CA-FFCD-599FD71788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05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</p:spTree>
    <p:extLst>
      <p:ext uri="{BB962C8B-B14F-4D97-AF65-F5344CB8AC3E}">
        <p14:creationId xmlns:p14="http://schemas.microsoft.com/office/powerpoint/2010/main" val="150626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_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885B02F-D1FD-FA16-BB1F-EC4DB4E0A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sp>
        <p:nvSpPr>
          <p:cNvPr id="23" name="Eine Ecke des Rechtecks abrunden 22">
            <a:extLst>
              <a:ext uri="{FF2B5EF4-FFF2-40B4-BE49-F238E27FC236}">
                <a16:creationId xmlns:a16="http://schemas.microsoft.com/office/drawing/2014/main" id="{F87468EB-14F6-15CB-9207-08EB35DF8807}"/>
              </a:ext>
            </a:extLst>
          </p:cNvPr>
          <p:cNvSpPr/>
          <p:nvPr userDrawn="1"/>
        </p:nvSpPr>
        <p:spPr>
          <a:xfrm rot="10800000" flipH="1">
            <a:off x="1101624" y="2706984"/>
            <a:ext cx="3175000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6E416090-19F4-0845-8EE0-0A9395AFAED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1706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Eine Ecke des Rechtecks abrunden 25">
            <a:extLst>
              <a:ext uri="{FF2B5EF4-FFF2-40B4-BE49-F238E27FC236}">
                <a16:creationId xmlns:a16="http://schemas.microsoft.com/office/drawing/2014/main" id="{97AE5AB0-29AA-4CCE-B660-5B589A689190}"/>
              </a:ext>
            </a:extLst>
          </p:cNvPr>
          <p:cNvSpPr/>
          <p:nvPr userDrawn="1"/>
        </p:nvSpPr>
        <p:spPr>
          <a:xfrm rot="10800000" flipH="1">
            <a:off x="4502022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Bildplatzhalter 20">
            <a:extLst>
              <a:ext uri="{FF2B5EF4-FFF2-40B4-BE49-F238E27FC236}">
                <a16:creationId xmlns:a16="http://schemas.microsoft.com/office/drawing/2014/main" id="{E5994293-601B-5990-BAA8-9B6CD5BA5E9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02105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30" name="Eine Ecke des Rechtecks abrunden 29">
            <a:extLst>
              <a:ext uri="{FF2B5EF4-FFF2-40B4-BE49-F238E27FC236}">
                <a16:creationId xmlns:a16="http://schemas.microsoft.com/office/drawing/2014/main" id="{72919407-0FF3-95DF-7C01-5763161E3EF1}"/>
              </a:ext>
            </a:extLst>
          </p:cNvPr>
          <p:cNvSpPr/>
          <p:nvPr userDrawn="1"/>
        </p:nvSpPr>
        <p:spPr>
          <a:xfrm rot="10800000" flipH="1">
            <a:off x="7915211" y="2706986"/>
            <a:ext cx="3175083" cy="2693689"/>
          </a:xfrm>
          <a:prstGeom prst="round1Rect">
            <a:avLst>
              <a:gd name="adj" fmla="val 40130"/>
            </a:avLst>
          </a:prstGeom>
          <a:solidFill>
            <a:schemeClr val="bg1"/>
          </a:solidFill>
          <a:ln>
            <a:noFill/>
          </a:ln>
          <a:effectLst>
            <a:outerShdw blurRad="127000" dist="127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Bildplatzhalter 20">
            <a:extLst>
              <a:ext uri="{FF2B5EF4-FFF2-40B4-BE49-F238E27FC236}">
                <a16:creationId xmlns:a16="http://schemas.microsoft.com/office/drawing/2014/main" id="{1ED27748-3125-04C5-3A15-814AF81C46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915294" y="947963"/>
            <a:ext cx="3175000" cy="1998666"/>
          </a:xfrm>
          <a:custGeom>
            <a:avLst/>
            <a:gdLst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0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47984 h 1789112"/>
              <a:gd name="connsiteX8" fmla="*/ 47984 w 3175000"/>
              <a:gd name="connsiteY8" fmla="*/ 0 h 1789112"/>
              <a:gd name="connsiteX0" fmla="*/ 47984 w 3175000"/>
              <a:gd name="connsiteY0" fmla="*/ 0 h 1789112"/>
              <a:gd name="connsiteX1" fmla="*/ 3127016 w 3175000"/>
              <a:gd name="connsiteY1" fmla="*/ 0 h 1789112"/>
              <a:gd name="connsiteX2" fmla="*/ 3175000 w 3175000"/>
              <a:gd name="connsiteY2" fmla="*/ 47984 h 1789112"/>
              <a:gd name="connsiteX3" fmla="*/ 3175000 w 3175000"/>
              <a:gd name="connsiteY3" fmla="*/ 1789112 h 1789112"/>
              <a:gd name="connsiteX4" fmla="*/ 3175000 w 3175000"/>
              <a:gd name="connsiteY4" fmla="*/ 1789112 h 1789112"/>
              <a:gd name="connsiteX5" fmla="*/ 1584325 w 3175000"/>
              <a:gd name="connsiteY5" fmla="*/ 1789112 h 1789112"/>
              <a:gd name="connsiteX6" fmla="*/ 0 w 3175000"/>
              <a:gd name="connsiteY6" fmla="*/ 1789112 h 1789112"/>
              <a:gd name="connsiteX7" fmla="*/ 0 w 3175000"/>
              <a:gd name="connsiteY7" fmla="*/ 1789112 h 1789112"/>
              <a:gd name="connsiteX8" fmla="*/ 0 w 3175000"/>
              <a:gd name="connsiteY8" fmla="*/ 47984 h 1789112"/>
              <a:gd name="connsiteX9" fmla="*/ 47984 w 3175000"/>
              <a:gd name="connsiteY9" fmla="*/ 0 h 178911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8662"/>
              <a:gd name="connsiteX1" fmla="*/ 3127016 w 3175000"/>
              <a:gd name="connsiteY1" fmla="*/ 0 h 1998662"/>
              <a:gd name="connsiteX2" fmla="*/ 3175000 w 3175000"/>
              <a:gd name="connsiteY2" fmla="*/ 47984 h 1998662"/>
              <a:gd name="connsiteX3" fmla="*/ 3175000 w 3175000"/>
              <a:gd name="connsiteY3" fmla="*/ 1789112 h 1998662"/>
              <a:gd name="connsiteX4" fmla="*/ 3175000 w 3175000"/>
              <a:gd name="connsiteY4" fmla="*/ 1789112 h 1998662"/>
              <a:gd name="connsiteX5" fmla="*/ 1587500 w 3175000"/>
              <a:gd name="connsiteY5" fmla="*/ 1998662 h 1998662"/>
              <a:gd name="connsiteX6" fmla="*/ 0 w 3175000"/>
              <a:gd name="connsiteY6" fmla="*/ 1789112 h 1998662"/>
              <a:gd name="connsiteX7" fmla="*/ 0 w 3175000"/>
              <a:gd name="connsiteY7" fmla="*/ 1789112 h 1998662"/>
              <a:gd name="connsiteX8" fmla="*/ 0 w 3175000"/>
              <a:gd name="connsiteY8" fmla="*/ 47984 h 1998662"/>
              <a:gd name="connsiteX9" fmla="*/ 47984 w 3175000"/>
              <a:gd name="connsiteY9" fmla="*/ 0 h 1998662"/>
              <a:gd name="connsiteX0" fmla="*/ 47984 w 3175000"/>
              <a:gd name="connsiteY0" fmla="*/ 0 h 1999888"/>
              <a:gd name="connsiteX1" fmla="*/ 3127016 w 3175000"/>
              <a:gd name="connsiteY1" fmla="*/ 0 h 1999888"/>
              <a:gd name="connsiteX2" fmla="*/ 3175000 w 3175000"/>
              <a:gd name="connsiteY2" fmla="*/ 47984 h 1999888"/>
              <a:gd name="connsiteX3" fmla="*/ 3175000 w 3175000"/>
              <a:gd name="connsiteY3" fmla="*/ 1789112 h 1999888"/>
              <a:gd name="connsiteX4" fmla="*/ 3175000 w 3175000"/>
              <a:gd name="connsiteY4" fmla="*/ 1789112 h 1999888"/>
              <a:gd name="connsiteX5" fmla="*/ 2670175 w 3175000"/>
              <a:gd name="connsiteY5" fmla="*/ 1871662 h 1999888"/>
              <a:gd name="connsiteX6" fmla="*/ 1587500 w 3175000"/>
              <a:gd name="connsiteY6" fmla="*/ 1998662 h 1999888"/>
              <a:gd name="connsiteX7" fmla="*/ 0 w 3175000"/>
              <a:gd name="connsiteY7" fmla="*/ 1789112 h 1999888"/>
              <a:gd name="connsiteX8" fmla="*/ 0 w 3175000"/>
              <a:gd name="connsiteY8" fmla="*/ 1789112 h 1999888"/>
              <a:gd name="connsiteX9" fmla="*/ 0 w 3175000"/>
              <a:gd name="connsiteY9" fmla="*/ 47984 h 1999888"/>
              <a:gd name="connsiteX10" fmla="*/ 47984 w 3175000"/>
              <a:gd name="connsiteY10" fmla="*/ 0 h 1999888"/>
              <a:gd name="connsiteX0" fmla="*/ 47984 w 3175000"/>
              <a:gd name="connsiteY0" fmla="*/ 0 h 2001810"/>
              <a:gd name="connsiteX1" fmla="*/ 3127016 w 3175000"/>
              <a:gd name="connsiteY1" fmla="*/ 0 h 2001810"/>
              <a:gd name="connsiteX2" fmla="*/ 3175000 w 3175000"/>
              <a:gd name="connsiteY2" fmla="*/ 47984 h 2001810"/>
              <a:gd name="connsiteX3" fmla="*/ 3175000 w 3175000"/>
              <a:gd name="connsiteY3" fmla="*/ 1789112 h 2001810"/>
              <a:gd name="connsiteX4" fmla="*/ 3175000 w 3175000"/>
              <a:gd name="connsiteY4" fmla="*/ 1789112 h 2001810"/>
              <a:gd name="connsiteX5" fmla="*/ 2663825 w 3175000"/>
              <a:gd name="connsiteY5" fmla="*/ 1906587 h 2001810"/>
              <a:gd name="connsiteX6" fmla="*/ 1587500 w 3175000"/>
              <a:gd name="connsiteY6" fmla="*/ 1998662 h 2001810"/>
              <a:gd name="connsiteX7" fmla="*/ 0 w 3175000"/>
              <a:gd name="connsiteY7" fmla="*/ 1789112 h 2001810"/>
              <a:gd name="connsiteX8" fmla="*/ 0 w 3175000"/>
              <a:gd name="connsiteY8" fmla="*/ 1789112 h 2001810"/>
              <a:gd name="connsiteX9" fmla="*/ 0 w 3175000"/>
              <a:gd name="connsiteY9" fmla="*/ 47984 h 2001810"/>
              <a:gd name="connsiteX10" fmla="*/ 47984 w 3175000"/>
              <a:gd name="connsiteY10" fmla="*/ 0 h 2001810"/>
              <a:gd name="connsiteX0" fmla="*/ 47984 w 3175000"/>
              <a:gd name="connsiteY0" fmla="*/ 0 h 2002280"/>
              <a:gd name="connsiteX1" fmla="*/ 3127016 w 3175000"/>
              <a:gd name="connsiteY1" fmla="*/ 0 h 2002280"/>
              <a:gd name="connsiteX2" fmla="*/ 3175000 w 3175000"/>
              <a:gd name="connsiteY2" fmla="*/ 47984 h 2002280"/>
              <a:gd name="connsiteX3" fmla="*/ 3175000 w 3175000"/>
              <a:gd name="connsiteY3" fmla="*/ 1789112 h 2002280"/>
              <a:gd name="connsiteX4" fmla="*/ 3175000 w 3175000"/>
              <a:gd name="connsiteY4" fmla="*/ 1789112 h 2002280"/>
              <a:gd name="connsiteX5" fmla="*/ 2663825 w 3175000"/>
              <a:gd name="connsiteY5" fmla="*/ 1906587 h 2002280"/>
              <a:gd name="connsiteX6" fmla="*/ 1587500 w 3175000"/>
              <a:gd name="connsiteY6" fmla="*/ 1998662 h 2002280"/>
              <a:gd name="connsiteX7" fmla="*/ 0 w 3175000"/>
              <a:gd name="connsiteY7" fmla="*/ 1789112 h 2002280"/>
              <a:gd name="connsiteX8" fmla="*/ 0 w 3175000"/>
              <a:gd name="connsiteY8" fmla="*/ 1789112 h 2002280"/>
              <a:gd name="connsiteX9" fmla="*/ 0 w 3175000"/>
              <a:gd name="connsiteY9" fmla="*/ 47984 h 2002280"/>
              <a:gd name="connsiteX10" fmla="*/ 47984 w 3175000"/>
              <a:gd name="connsiteY10" fmla="*/ 0 h 2002280"/>
              <a:gd name="connsiteX0" fmla="*/ 47984 w 3175000"/>
              <a:gd name="connsiteY0" fmla="*/ 0 h 1999561"/>
              <a:gd name="connsiteX1" fmla="*/ 3127016 w 3175000"/>
              <a:gd name="connsiteY1" fmla="*/ 0 h 1999561"/>
              <a:gd name="connsiteX2" fmla="*/ 3175000 w 3175000"/>
              <a:gd name="connsiteY2" fmla="*/ 47984 h 1999561"/>
              <a:gd name="connsiteX3" fmla="*/ 3175000 w 3175000"/>
              <a:gd name="connsiteY3" fmla="*/ 1789112 h 1999561"/>
              <a:gd name="connsiteX4" fmla="*/ 3175000 w 3175000"/>
              <a:gd name="connsiteY4" fmla="*/ 1789112 h 1999561"/>
              <a:gd name="connsiteX5" fmla="*/ 2663825 w 3175000"/>
              <a:gd name="connsiteY5" fmla="*/ 1906587 h 1999561"/>
              <a:gd name="connsiteX6" fmla="*/ 1587500 w 3175000"/>
              <a:gd name="connsiteY6" fmla="*/ 1998662 h 1999561"/>
              <a:gd name="connsiteX7" fmla="*/ 450850 w 3175000"/>
              <a:gd name="connsiteY7" fmla="*/ 1855787 h 1999561"/>
              <a:gd name="connsiteX8" fmla="*/ 0 w 3175000"/>
              <a:gd name="connsiteY8" fmla="*/ 1789112 h 1999561"/>
              <a:gd name="connsiteX9" fmla="*/ 0 w 3175000"/>
              <a:gd name="connsiteY9" fmla="*/ 1789112 h 1999561"/>
              <a:gd name="connsiteX10" fmla="*/ 0 w 3175000"/>
              <a:gd name="connsiteY10" fmla="*/ 47984 h 1999561"/>
              <a:gd name="connsiteX11" fmla="*/ 47984 w 3175000"/>
              <a:gd name="connsiteY11" fmla="*/ 0 h 199956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701"/>
              <a:gd name="connsiteX1" fmla="*/ 3127016 w 3175000"/>
              <a:gd name="connsiteY1" fmla="*/ 0 h 1998701"/>
              <a:gd name="connsiteX2" fmla="*/ 3175000 w 3175000"/>
              <a:gd name="connsiteY2" fmla="*/ 47984 h 1998701"/>
              <a:gd name="connsiteX3" fmla="*/ 3175000 w 3175000"/>
              <a:gd name="connsiteY3" fmla="*/ 1789112 h 1998701"/>
              <a:gd name="connsiteX4" fmla="*/ 3175000 w 3175000"/>
              <a:gd name="connsiteY4" fmla="*/ 1789112 h 1998701"/>
              <a:gd name="connsiteX5" fmla="*/ 2663825 w 3175000"/>
              <a:gd name="connsiteY5" fmla="*/ 1906587 h 1998701"/>
              <a:gd name="connsiteX6" fmla="*/ 1587500 w 3175000"/>
              <a:gd name="connsiteY6" fmla="*/ 1998662 h 1998701"/>
              <a:gd name="connsiteX7" fmla="*/ 473075 w 3175000"/>
              <a:gd name="connsiteY7" fmla="*/ 1897062 h 1998701"/>
              <a:gd name="connsiteX8" fmla="*/ 0 w 3175000"/>
              <a:gd name="connsiteY8" fmla="*/ 1789112 h 1998701"/>
              <a:gd name="connsiteX9" fmla="*/ 0 w 3175000"/>
              <a:gd name="connsiteY9" fmla="*/ 1789112 h 1998701"/>
              <a:gd name="connsiteX10" fmla="*/ 0 w 3175000"/>
              <a:gd name="connsiteY10" fmla="*/ 47984 h 1998701"/>
              <a:gd name="connsiteX11" fmla="*/ 47984 w 3175000"/>
              <a:gd name="connsiteY11" fmla="*/ 0 h 1998701"/>
              <a:gd name="connsiteX0" fmla="*/ 47984 w 3175000"/>
              <a:gd name="connsiteY0" fmla="*/ 0 h 1998666"/>
              <a:gd name="connsiteX1" fmla="*/ 3127016 w 3175000"/>
              <a:gd name="connsiteY1" fmla="*/ 0 h 1998666"/>
              <a:gd name="connsiteX2" fmla="*/ 3175000 w 3175000"/>
              <a:gd name="connsiteY2" fmla="*/ 47984 h 1998666"/>
              <a:gd name="connsiteX3" fmla="*/ 3175000 w 3175000"/>
              <a:gd name="connsiteY3" fmla="*/ 1789112 h 1998666"/>
              <a:gd name="connsiteX4" fmla="*/ 3175000 w 3175000"/>
              <a:gd name="connsiteY4" fmla="*/ 1789112 h 1998666"/>
              <a:gd name="connsiteX5" fmla="*/ 2663825 w 3175000"/>
              <a:gd name="connsiteY5" fmla="*/ 1906587 h 1998666"/>
              <a:gd name="connsiteX6" fmla="*/ 1587500 w 3175000"/>
              <a:gd name="connsiteY6" fmla="*/ 1998662 h 1998666"/>
              <a:gd name="connsiteX7" fmla="*/ 476250 w 3175000"/>
              <a:gd name="connsiteY7" fmla="*/ 1903412 h 1998666"/>
              <a:gd name="connsiteX8" fmla="*/ 0 w 3175000"/>
              <a:gd name="connsiteY8" fmla="*/ 1789112 h 1998666"/>
              <a:gd name="connsiteX9" fmla="*/ 0 w 3175000"/>
              <a:gd name="connsiteY9" fmla="*/ 1789112 h 1998666"/>
              <a:gd name="connsiteX10" fmla="*/ 0 w 3175000"/>
              <a:gd name="connsiteY10" fmla="*/ 47984 h 1998666"/>
              <a:gd name="connsiteX11" fmla="*/ 47984 w 3175000"/>
              <a:gd name="connsiteY11" fmla="*/ 0 h 199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75000" h="1998666">
                <a:moveTo>
                  <a:pt x="47984" y="0"/>
                </a:moveTo>
                <a:lnTo>
                  <a:pt x="3127016" y="0"/>
                </a:lnTo>
                <a:cubicBezTo>
                  <a:pt x="3153517" y="0"/>
                  <a:pt x="3175000" y="21483"/>
                  <a:pt x="3175000" y="47984"/>
                </a:cubicBezTo>
                <a:lnTo>
                  <a:pt x="3175000" y="1789112"/>
                </a:lnTo>
                <a:lnTo>
                  <a:pt x="3175000" y="1789112"/>
                </a:lnTo>
                <a:cubicBezTo>
                  <a:pt x="3090863" y="1802870"/>
                  <a:pt x="2947458" y="1858962"/>
                  <a:pt x="2663825" y="1906587"/>
                </a:cubicBezTo>
                <a:cubicBezTo>
                  <a:pt x="2380192" y="1954212"/>
                  <a:pt x="1952096" y="1999191"/>
                  <a:pt x="1587500" y="1998662"/>
                </a:cubicBezTo>
                <a:cubicBezTo>
                  <a:pt x="1222904" y="1998133"/>
                  <a:pt x="766233" y="1957387"/>
                  <a:pt x="476250" y="1903412"/>
                </a:cubicBezTo>
                <a:cubicBezTo>
                  <a:pt x="186267" y="1849437"/>
                  <a:pt x="75142" y="1800225"/>
                  <a:pt x="0" y="1789112"/>
                </a:cubicBezTo>
                <a:lnTo>
                  <a:pt x="0" y="1789112"/>
                </a:lnTo>
                <a:lnTo>
                  <a:pt x="0" y="47984"/>
                </a:lnTo>
                <a:cubicBezTo>
                  <a:pt x="0" y="21483"/>
                  <a:pt x="21483" y="0"/>
                  <a:pt x="47984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32" name="Inhaltsplatzhalter 12">
            <a:extLst>
              <a:ext uri="{FF2B5EF4-FFF2-40B4-BE49-F238E27FC236}">
                <a16:creationId xmlns:a16="http://schemas.microsoft.com/office/drawing/2014/main" id="{9A3BC485-7F1C-FBA7-DE08-1007D009FEF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48118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5DACF087-B1FC-C5BB-FF51-FB64F6BB4F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8676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8" name="Inhaltsplatzhalter 12">
            <a:extLst>
              <a:ext uri="{FF2B5EF4-FFF2-40B4-BE49-F238E27FC236}">
                <a16:creationId xmlns:a16="http://schemas.microsoft.com/office/drawing/2014/main" id="{6DCB7AF2-0503-FF92-E9EB-0F2501C2249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7335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93B90358-546C-4552-E31E-D8A7C78A38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341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E8104B84-70CA-B0B7-7CA0-18C8DE8FF25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329987" y="3661753"/>
            <a:ext cx="2704070" cy="1625828"/>
          </a:xfrm>
        </p:spPr>
        <p:txBody>
          <a:bodyPr>
            <a:no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4">
            <a:extLst>
              <a:ext uri="{FF2B5EF4-FFF2-40B4-BE49-F238E27FC236}">
                <a16:creationId xmlns:a16="http://schemas.microsoft.com/office/drawing/2014/main" id="{8C9A06DB-D59A-D69F-790F-2593AD9B7B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0545" y="3160575"/>
            <a:ext cx="2703512" cy="50117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Überschrift, zweizeiliges Beispiel</a:t>
            </a:r>
          </a:p>
        </p:txBody>
      </p:sp>
    </p:spTree>
    <p:extLst>
      <p:ext uri="{BB962C8B-B14F-4D97-AF65-F5344CB8AC3E}">
        <p14:creationId xmlns:p14="http://schemas.microsoft.com/office/powerpoint/2010/main" val="266900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Text_5: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41A33D5C-0FD8-263D-B1BE-4BFBFBB050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4114801" cy="1087639"/>
          </a:xfrm>
        </p:spPr>
        <p:txBody>
          <a:bodyPr anchor="ctr">
            <a:noAutofit/>
          </a:bodyPr>
          <a:lstStyle>
            <a:lvl1pPr marL="0" indent="0">
              <a:buNone/>
              <a:defRPr sz="3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8" name="Inhaltsplatzhalter 12">
            <a:extLst>
              <a:ext uri="{FF2B5EF4-FFF2-40B4-BE49-F238E27FC236}">
                <a16:creationId xmlns:a16="http://schemas.microsoft.com/office/drawing/2014/main" id="{9C204406-043F-78A9-B326-A77FFB78D7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2200" y="2236498"/>
            <a:ext cx="4114800" cy="3284625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671EFAA4-9317-D197-988F-8A36EE2A15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34088" y="1076325"/>
            <a:ext cx="5065712" cy="4051300"/>
          </a:xfrm>
          <a:prstGeom prst="roundRect">
            <a:avLst>
              <a:gd name="adj" fmla="val 2422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27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Text_4: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FF9C3FA-C20D-BF3D-33B9-FF1692BD3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537200"/>
            <a:ext cx="12192000" cy="13208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A8FCE0-CD3B-2C4F-53EC-A6D9D0AB7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F052E53D-A098-FDF7-989B-CE5F3C8574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7015" y="763263"/>
            <a:ext cx="3807750" cy="4757859"/>
          </a:xfrm>
          <a:prstGeom prst="roundRect">
            <a:avLst>
              <a:gd name="adj" fmla="val 2422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92F7687-AEB7-5EB6-839A-A471DC4F07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1018953"/>
            <a:ext cx="4114801" cy="1087639"/>
          </a:xfrm>
        </p:spPr>
        <p:txBody>
          <a:bodyPr anchor="ctr">
            <a:noAutofit/>
          </a:bodyPr>
          <a:lstStyle>
            <a:lvl1pPr marL="0" indent="0">
              <a:buNone/>
              <a:defRPr sz="3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E779410D-98BF-D352-0DD6-11251FC6210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2200" y="2236498"/>
            <a:ext cx="4114800" cy="3284625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0927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Text_50: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AB5538-E783-65F9-302C-A408DA356A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F549821-E71D-E5C5-7277-7A3E8612FC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2932" y="-3175"/>
            <a:ext cx="5861051" cy="6871335"/>
          </a:xfrm>
          <a:custGeom>
            <a:avLst/>
            <a:gdLst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96001 w 6096001"/>
              <a:gd name="connsiteY2" fmla="*/ 6861175 h 6861175"/>
              <a:gd name="connsiteX3" fmla="*/ 0 w 6096001"/>
              <a:gd name="connsiteY3" fmla="*/ 6861175 h 6861175"/>
              <a:gd name="connsiteX4" fmla="*/ 0 w 6096001"/>
              <a:gd name="connsiteY4" fmla="*/ 0 h 6861175"/>
              <a:gd name="connsiteX0" fmla="*/ 0 w 6096001"/>
              <a:gd name="connsiteY0" fmla="*/ 0 h 6861175"/>
              <a:gd name="connsiteX1" fmla="*/ 6096001 w 6096001"/>
              <a:gd name="connsiteY1" fmla="*/ 0 h 6861175"/>
              <a:gd name="connsiteX2" fmla="*/ 6089651 w 6096001"/>
              <a:gd name="connsiteY2" fmla="*/ 3432175 h 6861175"/>
              <a:gd name="connsiteX3" fmla="*/ 6096001 w 6096001"/>
              <a:gd name="connsiteY3" fmla="*/ 6861175 h 6861175"/>
              <a:gd name="connsiteX4" fmla="*/ 0 w 6096001"/>
              <a:gd name="connsiteY4" fmla="*/ 6861175 h 6861175"/>
              <a:gd name="connsiteX5" fmla="*/ 0 w 6096001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469"/>
              <a:gd name="connsiteY0" fmla="*/ 0 h 6861175"/>
              <a:gd name="connsiteX1" fmla="*/ 6096001 w 6267469"/>
              <a:gd name="connsiteY1" fmla="*/ 0 h 6861175"/>
              <a:gd name="connsiteX2" fmla="*/ 6267451 w 6267469"/>
              <a:gd name="connsiteY2" fmla="*/ 3438525 h 6861175"/>
              <a:gd name="connsiteX3" fmla="*/ 6096001 w 6267469"/>
              <a:gd name="connsiteY3" fmla="*/ 6861175 h 6861175"/>
              <a:gd name="connsiteX4" fmla="*/ 0 w 6267469"/>
              <a:gd name="connsiteY4" fmla="*/ 6861175 h 6861175"/>
              <a:gd name="connsiteX5" fmla="*/ 0 w 6267469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890"/>
              <a:gd name="connsiteY0" fmla="*/ 0 h 6861175"/>
              <a:gd name="connsiteX1" fmla="*/ 6032501 w 6267890"/>
              <a:gd name="connsiteY1" fmla="*/ 0 h 6861175"/>
              <a:gd name="connsiteX2" fmla="*/ 6267451 w 6267890"/>
              <a:gd name="connsiteY2" fmla="*/ 3438525 h 6861175"/>
              <a:gd name="connsiteX3" fmla="*/ 6096001 w 6267890"/>
              <a:gd name="connsiteY3" fmla="*/ 6861175 h 6861175"/>
              <a:gd name="connsiteX4" fmla="*/ 0 w 6267890"/>
              <a:gd name="connsiteY4" fmla="*/ 6861175 h 6861175"/>
              <a:gd name="connsiteX5" fmla="*/ 0 w 6267890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0 w 6267451"/>
              <a:gd name="connsiteY5" fmla="*/ 0 h 6861175"/>
              <a:gd name="connsiteX0" fmla="*/ 2519680 w 6267451"/>
              <a:gd name="connsiteY0" fmla="*/ 29464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2519680 w 6267451"/>
              <a:gd name="connsiteY5" fmla="*/ 294640 h 6861175"/>
              <a:gd name="connsiteX0" fmla="*/ 406400 w 6267451"/>
              <a:gd name="connsiteY0" fmla="*/ 0 h 6861175"/>
              <a:gd name="connsiteX1" fmla="*/ 6032501 w 6267451"/>
              <a:gd name="connsiteY1" fmla="*/ 0 h 6861175"/>
              <a:gd name="connsiteX2" fmla="*/ 6267451 w 6267451"/>
              <a:gd name="connsiteY2" fmla="*/ 3438525 h 6861175"/>
              <a:gd name="connsiteX3" fmla="*/ 6032501 w 6267451"/>
              <a:gd name="connsiteY3" fmla="*/ 6861175 h 6861175"/>
              <a:gd name="connsiteX4" fmla="*/ 0 w 6267451"/>
              <a:gd name="connsiteY4" fmla="*/ 6861175 h 6861175"/>
              <a:gd name="connsiteX5" fmla="*/ 406400 w 6267451"/>
              <a:gd name="connsiteY5" fmla="*/ 0 h 6861175"/>
              <a:gd name="connsiteX0" fmla="*/ 0 w 5861051"/>
              <a:gd name="connsiteY0" fmla="*/ 0 h 6861175"/>
              <a:gd name="connsiteX1" fmla="*/ 5626101 w 5861051"/>
              <a:gd name="connsiteY1" fmla="*/ 0 h 6861175"/>
              <a:gd name="connsiteX2" fmla="*/ 5861051 w 5861051"/>
              <a:gd name="connsiteY2" fmla="*/ 3438525 h 6861175"/>
              <a:gd name="connsiteX3" fmla="*/ 5626101 w 5861051"/>
              <a:gd name="connsiteY3" fmla="*/ 6861175 h 6861175"/>
              <a:gd name="connsiteX4" fmla="*/ 1625600 w 5861051"/>
              <a:gd name="connsiteY4" fmla="*/ 6576695 h 6861175"/>
              <a:gd name="connsiteX5" fmla="*/ 0 w 5861051"/>
              <a:gd name="connsiteY5" fmla="*/ 0 h 6861175"/>
              <a:gd name="connsiteX0" fmla="*/ 0 w 5861051"/>
              <a:gd name="connsiteY0" fmla="*/ 0 h 6871335"/>
              <a:gd name="connsiteX1" fmla="*/ 5626101 w 5861051"/>
              <a:gd name="connsiteY1" fmla="*/ 0 h 6871335"/>
              <a:gd name="connsiteX2" fmla="*/ 5861051 w 5861051"/>
              <a:gd name="connsiteY2" fmla="*/ 3438525 h 6871335"/>
              <a:gd name="connsiteX3" fmla="*/ 5626101 w 5861051"/>
              <a:gd name="connsiteY3" fmla="*/ 6861175 h 6871335"/>
              <a:gd name="connsiteX4" fmla="*/ 10160 w 5861051"/>
              <a:gd name="connsiteY4" fmla="*/ 6871335 h 6871335"/>
              <a:gd name="connsiteX5" fmla="*/ 0 w 5861051"/>
              <a:gd name="connsiteY5" fmla="*/ 0 h 6871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1051" h="6871335">
                <a:moveTo>
                  <a:pt x="0" y="0"/>
                </a:moveTo>
                <a:lnTo>
                  <a:pt x="5626101" y="0"/>
                </a:lnTo>
                <a:cubicBezTo>
                  <a:pt x="5789084" y="1182158"/>
                  <a:pt x="5861051" y="2294996"/>
                  <a:pt x="5861051" y="3438525"/>
                </a:cubicBezTo>
                <a:cubicBezTo>
                  <a:pt x="5861051" y="4582054"/>
                  <a:pt x="5789084" y="5692775"/>
                  <a:pt x="5626101" y="6861175"/>
                </a:cubicBezTo>
                <a:lnTo>
                  <a:pt x="10160" y="6871335"/>
                </a:lnTo>
                <a:cubicBezTo>
                  <a:pt x="6773" y="4580890"/>
                  <a:pt x="3387" y="2290445"/>
                  <a:pt x="0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277C3E2-AB8D-0171-56F2-EA448C5D03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3400" y="1018953"/>
            <a:ext cx="4216399" cy="1087639"/>
          </a:xfrm>
        </p:spPr>
        <p:txBody>
          <a:bodyPr anchor="ctr">
            <a:noAutofit/>
          </a:bodyPr>
          <a:lstStyle>
            <a:lvl1pPr marL="0" indent="0">
              <a:buNone/>
              <a:defRPr sz="3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sp>
        <p:nvSpPr>
          <p:cNvPr id="11" name="Inhaltsplatzhalter 12">
            <a:extLst>
              <a:ext uri="{FF2B5EF4-FFF2-40B4-BE49-F238E27FC236}">
                <a16:creationId xmlns:a16="http://schemas.microsoft.com/office/drawing/2014/main" id="{9EDAB9D0-EBCD-65CF-2D07-AE54939CB5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83400" y="2236498"/>
            <a:ext cx="4216398" cy="3284625"/>
          </a:xfrm>
        </p:spPr>
        <p:txBody>
          <a:bodyPr>
            <a:norm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2pPr>
            <a:lvl3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9988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fik 3">
            <a:extLst>
              <a:ext uri="{FF2B5EF4-FFF2-40B4-BE49-F238E27FC236}">
                <a16:creationId xmlns:a16="http://schemas.microsoft.com/office/drawing/2014/main" id="{FA0732D8-FBB7-A506-1940-787B4D6A1643}"/>
              </a:ext>
            </a:extLst>
          </p:cNvPr>
          <p:cNvSpPr/>
          <p:nvPr userDrawn="1"/>
        </p:nvSpPr>
        <p:spPr>
          <a:xfrm>
            <a:off x="0" y="0"/>
            <a:ext cx="12192000" cy="6265011"/>
          </a:xfrm>
          <a:custGeom>
            <a:avLst/>
            <a:gdLst>
              <a:gd name="connsiteX0" fmla="*/ 0 w 12192000"/>
              <a:gd name="connsiteY0" fmla="*/ 0 h 6265011"/>
              <a:gd name="connsiteX1" fmla="*/ 12192000 w 12192000"/>
              <a:gd name="connsiteY1" fmla="*/ 0 h 6265011"/>
              <a:gd name="connsiteX2" fmla="*/ 12192000 w 12192000"/>
              <a:gd name="connsiteY2" fmla="*/ 5537610 h 6265011"/>
              <a:gd name="connsiteX3" fmla="*/ 6096000 w 12192000"/>
              <a:gd name="connsiteY3" fmla="*/ 6265011 h 6265011"/>
              <a:gd name="connsiteX4" fmla="*/ 0 w 12192000"/>
              <a:gd name="connsiteY4" fmla="*/ 5537610 h 6265011"/>
              <a:gd name="connsiteX5" fmla="*/ 0 w 12192000"/>
              <a:gd name="connsiteY5" fmla="*/ 0 h 626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265011">
                <a:moveTo>
                  <a:pt x="0" y="0"/>
                </a:moveTo>
                <a:lnTo>
                  <a:pt x="12192000" y="0"/>
                </a:lnTo>
                <a:lnTo>
                  <a:pt x="12192000" y="5537610"/>
                </a:lnTo>
                <a:cubicBezTo>
                  <a:pt x="10160000" y="6022544"/>
                  <a:pt x="8128000" y="6265011"/>
                  <a:pt x="6096000" y="6265011"/>
                </a:cubicBezTo>
                <a:cubicBezTo>
                  <a:pt x="4064000" y="6265011"/>
                  <a:pt x="2032000" y="6022544"/>
                  <a:pt x="0" y="5537610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2EED7281-BC05-88DC-196C-A421F94C8F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0"/>
            <a:ext cx="12191999" cy="6270652"/>
          </a:xfrm>
          <a:custGeom>
            <a:avLst/>
            <a:gdLst>
              <a:gd name="connsiteX0" fmla="*/ 0 w 12191999"/>
              <a:gd name="connsiteY0" fmla="*/ 0 h 6270624"/>
              <a:gd name="connsiteX1" fmla="*/ 12191999 w 12191999"/>
              <a:gd name="connsiteY1" fmla="*/ 0 h 6270624"/>
              <a:gd name="connsiteX2" fmla="*/ 12191999 w 12191999"/>
              <a:gd name="connsiteY2" fmla="*/ 6270624 h 6270624"/>
              <a:gd name="connsiteX3" fmla="*/ 0 w 12191999"/>
              <a:gd name="connsiteY3" fmla="*/ 6270624 h 6270624"/>
              <a:gd name="connsiteX4" fmla="*/ 0 w 12191999"/>
              <a:gd name="connsiteY4" fmla="*/ 0 h 6270624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6270624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5543037 h 6270625"/>
              <a:gd name="connsiteX5" fmla="*/ 0 w 12191999"/>
              <a:gd name="connsiteY5" fmla="*/ 0 h 6270625"/>
              <a:gd name="connsiteX0" fmla="*/ 0 w 12191999"/>
              <a:gd name="connsiteY0" fmla="*/ 0 h 6270641"/>
              <a:gd name="connsiteX1" fmla="*/ 12191999 w 12191999"/>
              <a:gd name="connsiteY1" fmla="*/ 0 h 6270641"/>
              <a:gd name="connsiteX2" fmla="*/ 12191999 w 12191999"/>
              <a:gd name="connsiteY2" fmla="*/ 5543037 h 6270641"/>
              <a:gd name="connsiteX3" fmla="*/ 6092826 w 12191999"/>
              <a:gd name="connsiteY3" fmla="*/ 6270625 h 6270641"/>
              <a:gd name="connsiteX4" fmla="*/ 0 w 12191999"/>
              <a:gd name="connsiteY4" fmla="*/ 5543037 h 6270641"/>
              <a:gd name="connsiteX5" fmla="*/ 0 w 12191999"/>
              <a:gd name="connsiteY5" fmla="*/ 0 h 6270641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0652">
                <a:moveTo>
                  <a:pt x="0" y="0"/>
                </a:moveTo>
                <a:lnTo>
                  <a:pt x="12191999" y="0"/>
                </a:lnTo>
                <a:lnTo>
                  <a:pt x="12191999" y="5543037"/>
                </a:lnTo>
                <a:cubicBezTo>
                  <a:pt x="10198270" y="5982211"/>
                  <a:pt x="8499510" y="6273902"/>
                  <a:pt x="6092826" y="6270625"/>
                </a:cubicBezTo>
                <a:cubicBezTo>
                  <a:pt x="3686142" y="6267348"/>
                  <a:pt x="1971948" y="6011708"/>
                  <a:pt x="0" y="5543037"/>
                </a:cubicBezTo>
                <a:lnTo>
                  <a:pt x="0" y="0"/>
                </a:lnTo>
                <a:close/>
              </a:path>
            </a:pathLst>
          </a:custGeom>
          <a:noFill/>
        </p:spPr>
        <p:txBody>
          <a:bodyPr lIns="1440000" tIns="1440000" rIns="1440000" bIns="1440000" anchor="ctr" anchorCtr="1">
            <a:noAutofit/>
          </a:bodyPr>
          <a:lstStyle>
            <a:lvl1pPr marL="0" indent="0">
              <a:buNone/>
              <a:defRPr sz="4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CF337F-B308-778D-FB8A-91391DD5F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24CAB4E-55B2-3D0A-2BDE-9B2BDE72299A}"/>
              </a:ext>
            </a:extLst>
          </p:cNvPr>
          <p:cNvSpPr/>
          <p:nvPr userDrawn="1"/>
        </p:nvSpPr>
        <p:spPr>
          <a:xfrm>
            <a:off x="6535302" y="-748149"/>
            <a:ext cx="6157966" cy="6157966"/>
          </a:xfrm>
          <a:prstGeom prst="ellipse">
            <a:avLst/>
          </a:prstGeom>
          <a:noFill/>
          <a:ln w="3175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5BE308-3705-0C3A-D571-7BCA58CDA670}"/>
              </a:ext>
            </a:extLst>
          </p:cNvPr>
          <p:cNvSpPr/>
          <p:nvPr userDrawn="1"/>
        </p:nvSpPr>
        <p:spPr>
          <a:xfrm>
            <a:off x="7678302" y="2146300"/>
            <a:ext cx="4869298" cy="4869298"/>
          </a:xfrm>
          <a:prstGeom prst="ellipse">
            <a:avLst/>
          </a:prstGeom>
          <a:noFill/>
          <a:ln w="3175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BE0B1C-C153-83E5-7C16-6134EC20015B}"/>
              </a:ext>
            </a:extLst>
          </p:cNvPr>
          <p:cNvSpPr/>
          <p:nvPr userDrawn="1"/>
        </p:nvSpPr>
        <p:spPr>
          <a:xfrm>
            <a:off x="-1981200" y="1828800"/>
            <a:ext cx="5626100" cy="5626100"/>
          </a:xfrm>
          <a:prstGeom prst="ellipse">
            <a:avLst/>
          </a:prstGeom>
          <a:noFill/>
          <a:ln w="3175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754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5663CAA5-3B12-73E7-8DFC-4D461A2A6B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3609"/>
            <a:ext cx="12191999" cy="6271058"/>
          </a:xfrm>
          <a:custGeom>
            <a:avLst/>
            <a:gdLst>
              <a:gd name="connsiteX0" fmla="*/ 0 w 12191999"/>
              <a:gd name="connsiteY0" fmla="*/ 0 h 5960962"/>
              <a:gd name="connsiteX1" fmla="*/ 12191999 w 12191999"/>
              <a:gd name="connsiteY1" fmla="*/ 0 h 5960962"/>
              <a:gd name="connsiteX2" fmla="*/ 12191999 w 12191999"/>
              <a:gd name="connsiteY2" fmla="*/ 5960962 h 5960962"/>
              <a:gd name="connsiteX3" fmla="*/ 0 w 12191999"/>
              <a:gd name="connsiteY3" fmla="*/ 5960962 h 5960962"/>
              <a:gd name="connsiteX4" fmla="*/ 0 w 12191999"/>
              <a:gd name="connsiteY4" fmla="*/ 0 h 5960962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91999 w 12191999"/>
              <a:gd name="connsiteY2" fmla="*/ 59609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4341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24362 h 5962650"/>
              <a:gd name="connsiteX5" fmla="*/ 0 w 12191999"/>
              <a:gd name="connsiteY5" fmla="*/ 0 h 5962650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5"/>
              <a:gd name="connsiteX1" fmla="*/ 12191999 w 12191999"/>
              <a:gd name="connsiteY1" fmla="*/ 0 h 5962655"/>
              <a:gd name="connsiteX2" fmla="*/ 12185649 w 12191999"/>
              <a:gd name="connsiteY2" fmla="*/ 5224362 h 5962655"/>
              <a:gd name="connsiteX3" fmla="*/ 6095999 w 12191999"/>
              <a:gd name="connsiteY3" fmla="*/ 5962650 h 5962655"/>
              <a:gd name="connsiteX4" fmla="*/ 0 w 12191999"/>
              <a:gd name="connsiteY4" fmla="*/ 5224362 h 5962655"/>
              <a:gd name="connsiteX5" fmla="*/ 0 w 12191999"/>
              <a:gd name="connsiteY5" fmla="*/ 0 h 5962655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22"/>
              <a:gd name="connsiteX1" fmla="*/ 12191999 w 12191999"/>
              <a:gd name="connsiteY1" fmla="*/ 0 h 5962822"/>
              <a:gd name="connsiteX2" fmla="*/ 12185649 w 12191999"/>
              <a:gd name="connsiteY2" fmla="*/ 5224362 h 5962822"/>
              <a:gd name="connsiteX3" fmla="*/ 6095999 w 12191999"/>
              <a:gd name="connsiteY3" fmla="*/ 5962650 h 5962822"/>
              <a:gd name="connsiteX4" fmla="*/ 0 w 12191999"/>
              <a:gd name="connsiteY4" fmla="*/ 5224362 h 5962822"/>
              <a:gd name="connsiteX5" fmla="*/ 0 w 12191999"/>
              <a:gd name="connsiteY5" fmla="*/ 0 h 5962822"/>
              <a:gd name="connsiteX0" fmla="*/ 0 w 12191999"/>
              <a:gd name="connsiteY0" fmla="*/ 0 h 5962861"/>
              <a:gd name="connsiteX1" fmla="*/ 12191999 w 12191999"/>
              <a:gd name="connsiteY1" fmla="*/ 0 h 5962861"/>
              <a:gd name="connsiteX2" fmla="*/ 12185649 w 12191999"/>
              <a:gd name="connsiteY2" fmla="*/ 5224362 h 5962861"/>
              <a:gd name="connsiteX3" fmla="*/ 6095999 w 12191999"/>
              <a:gd name="connsiteY3" fmla="*/ 5962650 h 5962861"/>
              <a:gd name="connsiteX4" fmla="*/ 0 w 12191999"/>
              <a:gd name="connsiteY4" fmla="*/ 5224362 h 5962861"/>
              <a:gd name="connsiteX5" fmla="*/ 0 w 12191999"/>
              <a:gd name="connsiteY5" fmla="*/ 0 h 5962861"/>
              <a:gd name="connsiteX0" fmla="*/ 0 w 12191999"/>
              <a:gd name="connsiteY0" fmla="*/ 0 h 5962830"/>
              <a:gd name="connsiteX1" fmla="*/ 12191999 w 12191999"/>
              <a:gd name="connsiteY1" fmla="*/ 0 h 5962830"/>
              <a:gd name="connsiteX2" fmla="*/ 12185649 w 12191999"/>
              <a:gd name="connsiteY2" fmla="*/ 5224362 h 5962830"/>
              <a:gd name="connsiteX3" fmla="*/ 6095999 w 12191999"/>
              <a:gd name="connsiteY3" fmla="*/ 5962650 h 5962830"/>
              <a:gd name="connsiteX4" fmla="*/ 0 w 12191999"/>
              <a:gd name="connsiteY4" fmla="*/ 5224362 h 5962830"/>
              <a:gd name="connsiteX5" fmla="*/ 0 w 12191999"/>
              <a:gd name="connsiteY5" fmla="*/ 0 h 5962830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6260426"/>
              <a:gd name="connsiteX1" fmla="*/ 12191999 w 12191999"/>
              <a:gd name="connsiteY1" fmla="*/ 297712 h 6260426"/>
              <a:gd name="connsiteX2" fmla="*/ 12185649 w 12191999"/>
              <a:gd name="connsiteY2" fmla="*/ 5522074 h 6260426"/>
              <a:gd name="connsiteX3" fmla="*/ 6095999 w 12191999"/>
              <a:gd name="connsiteY3" fmla="*/ 6260362 h 6260426"/>
              <a:gd name="connsiteX4" fmla="*/ 0 w 12191999"/>
              <a:gd name="connsiteY4" fmla="*/ 5522074 h 6260426"/>
              <a:gd name="connsiteX5" fmla="*/ 0 w 12191999"/>
              <a:gd name="connsiteY5" fmla="*/ 0 h 6260426"/>
              <a:gd name="connsiteX0" fmla="*/ 0 w 12191999"/>
              <a:gd name="connsiteY0" fmla="*/ 10632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10632 h 6271058"/>
              <a:gd name="connsiteX0" fmla="*/ 0 w 12191999"/>
              <a:gd name="connsiteY0" fmla="*/ 0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0 h 627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1058">
                <a:moveTo>
                  <a:pt x="0" y="0"/>
                </a:moveTo>
                <a:lnTo>
                  <a:pt x="12191999" y="0"/>
                </a:lnTo>
                <a:cubicBezTo>
                  <a:pt x="12189882" y="1741454"/>
                  <a:pt x="12187766" y="3791252"/>
                  <a:pt x="12185649" y="5532706"/>
                </a:cubicBezTo>
                <a:cubicBezTo>
                  <a:pt x="10879320" y="5834668"/>
                  <a:pt x="8664900" y="6277196"/>
                  <a:pt x="6095999" y="6270994"/>
                </a:cubicBezTo>
                <a:cubicBezTo>
                  <a:pt x="3527098" y="6264792"/>
                  <a:pt x="1629043" y="5928559"/>
                  <a:pt x="0" y="5532706"/>
                </a:cubicBezTo>
                <a:lnTo>
                  <a:pt x="0" y="0"/>
                </a:ln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39C7177-06B5-CB5C-E48A-6C18446C2E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9782071-9667-BF1E-86C3-5AB83E3B80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-3174"/>
            <a:ext cx="12191999" cy="6270652"/>
          </a:xfrm>
          <a:custGeom>
            <a:avLst/>
            <a:gdLst>
              <a:gd name="connsiteX0" fmla="*/ 0 w 12191999"/>
              <a:gd name="connsiteY0" fmla="*/ 0 h 6270624"/>
              <a:gd name="connsiteX1" fmla="*/ 12191999 w 12191999"/>
              <a:gd name="connsiteY1" fmla="*/ 0 h 6270624"/>
              <a:gd name="connsiteX2" fmla="*/ 12191999 w 12191999"/>
              <a:gd name="connsiteY2" fmla="*/ 6270624 h 6270624"/>
              <a:gd name="connsiteX3" fmla="*/ 0 w 12191999"/>
              <a:gd name="connsiteY3" fmla="*/ 6270624 h 6270624"/>
              <a:gd name="connsiteX4" fmla="*/ 0 w 12191999"/>
              <a:gd name="connsiteY4" fmla="*/ 0 h 6270624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6270624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6270624 h 6270625"/>
              <a:gd name="connsiteX5" fmla="*/ 0 w 12191999"/>
              <a:gd name="connsiteY5" fmla="*/ 0 h 6270625"/>
              <a:gd name="connsiteX0" fmla="*/ 0 w 12191999"/>
              <a:gd name="connsiteY0" fmla="*/ 0 h 6270625"/>
              <a:gd name="connsiteX1" fmla="*/ 12191999 w 12191999"/>
              <a:gd name="connsiteY1" fmla="*/ 0 h 6270625"/>
              <a:gd name="connsiteX2" fmla="*/ 12191999 w 12191999"/>
              <a:gd name="connsiteY2" fmla="*/ 5543037 h 6270625"/>
              <a:gd name="connsiteX3" fmla="*/ 6092826 w 12191999"/>
              <a:gd name="connsiteY3" fmla="*/ 6270625 h 6270625"/>
              <a:gd name="connsiteX4" fmla="*/ 0 w 12191999"/>
              <a:gd name="connsiteY4" fmla="*/ 5543037 h 6270625"/>
              <a:gd name="connsiteX5" fmla="*/ 0 w 12191999"/>
              <a:gd name="connsiteY5" fmla="*/ 0 h 6270625"/>
              <a:gd name="connsiteX0" fmla="*/ 0 w 12191999"/>
              <a:gd name="connsiteY0" fmla="*/ 0 h 6270641"/>
              <a:gd name="connsiteX1" fmla="*/ 12191999 w 12191999"/>
              <a:gd name="connsiteY1" fmla="*/ 0 h 6270641"/>
              <a:gd name="connsiteX2" fmla="*/ 12191999 w 12191999"/>
              <a:gd name="connsiteY2" fmla="*/ 5543037 h 6270641"/>
              <a:gd name="connsiteX3" fmla="*/ 6092826 w 12191999"/>
              <a:gd name="connsiteY3" fmla="*/ 6270625 h 6270641"/>
              <a:gd name="connsiteX4" fmla="*/ 0 w 12191999"/>
              <a:gd name="connsiteY4" fmla="*/ 5543037 h 6270641"/>
              <a:gd name="connsiteX5" fmla="*/ 0 w 12191999"/>
              <a:gd name="connsiteY5" fmla="*/ 0 h 6270641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  <a:gd name="connsiteX0" fmla="*/ 0 w 12191999"/>
              <a:gd name="connsiteY0" fmla="*/ 0 h 6270652"/>
              <a:gd name="connsiteX1" fmla="*/ 12191999 w 12191999"/>
              <a:gd name="connsiteY1" fmla="*/ 0 h 6270652"/>
              <a:gd name="connsiteX2" fmla="*/ 12191999 w 12191999"/>
              <a:gd name="connsiteY2" fmla="*/ 5543037 h 6270652"/>
              <a:gd name="connsiteX3" fmla="*/ 6092826 w 12191999"/>
              <a:gd name="connsiteY3" fmla="*/ 6270625 h 6270652"/>
              <a:gd name="connsiteX4" fmla="*/ 0 w 12191999"/>
              <a:gd name="connsiteY4" fmla="*/ 5543037 h 6270652"/>
              <a:gd name="connsiteX5" fmla="*/ 0 w 12191999"/>
              <a:gd name="connsiteY5" fmla="*/ 0 h 627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0652">
                <a:moveTo>
                  <a:pt x="0" y="0"/>
                </a:moveTo>
                <a:lnTo>
                  <a:pt x="12191999" y="0"/>
                </a:lnTo>
                <a:lnTo>
                  <a:pt x="12191999" y="5543037"/>
                </a:lnTo>
                <a:cubicBezTo>
                  <a:pt x="10198270" y="5982211"/>
                  <a:pt x="8499510" y="6273902"/>
                  <a:pt x="6092826" y="6270625"/>
                </a:cubicBezTo>
                <a:cubicBezTo>
                  <a:pt x="3686142" y="6267348"/>
                  <a:pt x="1971948" y="6011708"/>
                  <a:pt x="0" y="5543037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80000"/>
                  <a:lumMod val="100000"/>
                </a:schemeClr>
              </a:gs>
              <a:gs pos="85000">
                <a:schemeClr val="accent1">
                  <a:alpha val="80000"/>
                </a:schemeClr>
              </a:gs>
            </a:gsLst>
            <a:lin ang="10800000" scaled="1"/>
            <a:tileRect/>
          </a:gradFill>
        </p:spPr>
        <p:txBody>
          <a:bodyPr lIns="1440000" tIns="1440000" rIns="1440000" bIns="1440000" anchor="ctr" anchorCtr="1">
            <a:noAutofit/>
          </a:bodyPr>
          <a:lstStyle>
            <a:lvl1pPr marL="0" indent="0">
              <a:buNone/>
              <a:defRPr sz="4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Hier steht eine Überschrift</a:t>
            </a:r>
          </a:p>
        </p:txBody>
      </p:sp>
    </p:spTree>
    <p:extLst>
      <p:ext uri="{BB962C8B-B14F-4D97-AF65-F5344CB8AC3E}">
        <p14:creationId xmlns:p14="http://schemas.microsoft.com/office/powerpoint/2010/main" val="511220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5663CAA5-3B12-73E7-8DFC-4D461A2A6B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3609"/>
            <a:ext cx="12191999" cy="6271058"/>
          </a:xfrm>
          <a:custGeom>
            <a:avLst/>
            <a:gdLst>
              <a:gd name="connsiteX0" fmla="*/ 0 w 12191999"/>
              <a:gd name="connsiteY0" fmla="*/ 0 h 5960962"/>
              <a:gd name="connsiteX1" fmla="*/ 12191999 w 12191999"/>
              <a:gd name="connsiteY1" fmla="*/ 0 h 5960962"/>
              <a:gd name="connsiteX2" fmla="*/ 12191999 w 12191999"/>
              <a:gd name="connsiteY2" fmla="*/ 5960962 h 5960962"/>
              <a:gd name="connsiteX3" fmla="*/ 0 w 12191999"/>
              <a:gd name="connsiteY3" fmla="*/ 5960962 h 5960962"/>
              <a:gd name="connsiteX4" fmla="*/ 0 w 12191999"/>
              <a:gd name="connsiteY4" fmla="*/ 0 h 5960962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91999 w 12191999"/>
              <a:gd name="connsiteY2" fmla="*/ 59609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96096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43412 h 5962650"/>
              <a:gd name="connsiteX5" fmla="*/ 0 w 12191999"/>
              <a:gd name="connsiteY5" fmla="*/ 0 h 5962650"/>
              <a:gd name="connsiteX0" fmla="*/ 0 w 12191999"/>
              <a:gd name="connsiteY0" fmla="*/ 0 h 5962650"/>
              <a:gd name="connsiteX1" fmla="*/ 12191999 w 12191999"/>
              <a:gd name="connsiteY1" fmla="*/ 0 h 5962650"/>
              <a:gd name="connsiteX2" fmla="*/ 12185649 w 12191999"/>
              <a:gd name="connsiteY2" fmla="*/ 5224362 h 5962650"/>
              <a:gd name="connsiteX3" fmla="*/ 6095999 w 12191999"/>
              <a:gd name="connsiteY3" fmla="*/ 5962650 h 5962650"/>
              <a:gd name="connsiteX4" fmla="*/ 0 w 12191999"/>
              <a:gd name="connsiteY4" fmla="*/ 5224362 h 5962650"/>
              <a:gd name="connsiteX5" fmla="*/ 0 w 12191999"/>
              <a:gd name="connsiteY5" fmla="*/ 0 h 5962650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3"/>
              <a:gd name="connsiteX1" fmla="*/ 12191999 w 12191999"/>
              <a:gd name="connsiteY1" fmla="*/ 0 h 5962653"/>
              <a:gd name="connsiteX2" fmla="*/ 12185649 w 12191999"/>
              <a:gd name="connsiteY2" fmla="*/ 5224362 h 5962653"/>
              <a:gd name="connsiteX3" fmla="*/ 6095999 w 12191999"/>
              <a:gd name="connsiteY3" fmla="*/ 5962650 h 5962653"/>
              <a:gd name="connsiteX4" fmla="*/ 0 w 12191999"/>
              <a:gd name="connsiteY4" fmla="*/ 5224362 h 5962653"/>
              <a:gd name="connsiteX5" fmla="*/ 0 w 12191999"/>
              <a:gd name="connsiteY5" fmla="*/ 0 h 5962653"/>
              <a:gd name="connsiteX0" fmla="*/ 0 w 12191999"/>
              <a:gd name="connsiteY0" fmla="*/ 0 h 5962655"/>
              <a:gd name="connsiteX1" fmla="*/ 12191999 w 12191999"/>
              <a:gd name="connsiteY1" fmla="*/ 0 h 5962655"/>
              <a:gd name="connsiteX2" fmla="*/ 12185649 w 12191999"/>
              <a:gd name="connsiteY2" fmla="*/ 5224362 h 5962655"/>
              <a:gd name="connsiteX3" fmla="*/ 6095999 w 12191999"/>
              <a:gd name="connsiteY3" fmla="*/ 5962650 h 5962655"/>
              <a:gd name="connsiteX4" fmla="*/ 0 w 12191999"/>
              <a:gd name="connsiteY4" fmla="*/ 5224362 h 5962655"/>
              <a:gd name="connsiteX5" fmla="*/ 0 w 12191999"/>
              <a:gd name="connsiteY5" fmla="*/ 0 h 5962655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47"/>
              <a:gd name="connsiteX1" fmla="*/ 12191999 w 12191999"/>
              <a:gd name="connsiteY1" fmla="*/ 0 h 5962847"/>
              <a:gd name="connsiteX2" fmla="*/ 12185649 w 12191999"/>
              <a:gd name="connsiteY2" fmla="*/ 5224362 h 5962847"/>
              <a:gd name="connsiteX3" fmla="*/ 6095999 w 12191999"/>
              <a:gd name="connsiteY3" fmla="*/ 5962650 h 5962847"/>
              <a:gd name="connsiteX4" fmla="*/ 0 w 12191999"/>
              <a:gd name="connsiteY4" fmla="*/ 5224362 h 5962847"/>
              <a:gd name="connsiteX5" fmla="*/ 0 w 12191999"/>
              <a:gd name="connsiteY5" fmla="*/ 0 h 5962847"/>
              <a:gd name="connsiteX0" fmla="*/ 0 w 12191999"/>
              <a:gd name="connsiteY0" fmla="*/ 0 h 5962822"/>
              <a:gd name="connsiteX1" fmla="*/ 12191999 w 12191999"/>
              <a:gd name="connsiteY1" fmla="*/ 0 h 5962822"/>
              <a:gd name="connsiteX2" fmla="*/ 12185649 w 12191999"/>
              <a:gd name="connsiteY2" fmla="*/ 5224362 h 5962822"/>
              <a:gd name="connsiteX3" fmla="*/ 6095999 w 12191999"/>
              <a:gd name="connsiteY3" fmla="*/ 5962650 h 5962822"/>
              <a:gd name="connsiteX4" fmla="*/ 0 w 12191999"/>
              <a:gd name="connsiteY4" fmla="*/ 5224362 h 5962822"/>
              <a:gd name="connsiteX5" fmla="*/ 0 w 12191999"/>
              <a:gd name="connsiteY5" fmla="*/ 0 h 5962822"/>
              <a:gd name="connsiteX0" fmla="*/ 0 w 12191999"/>
              <a:gd name="connsiteY0" fmla="*/ 0 h 5962861"/>
              <a:gd name="connsiteX1" fmla="*/ 12191999 w 12191999"/>
              <a:gd name="connsiteY1" fmla="*/ 0 h 5962861"/>
              <a:gd name="connsiteX2" fmla="*/ 12185649 w 12191999"/>
              <a:gd name="connsiteY2" fmla="*/ 5224362 h 5962861"/>
              <a:gd name="connsiteX3" fmla="*/ 6095999 w 12191999"/>
              <a:gd name="connsiteY3" fmla="*/ 5962650 h 5962861"/>
              <a:gd name="connsiteX4" fmla="*/ 0 w 12191999"/>
              <a:gd name="connsiteY4" fmla="*/ 5224362 h 5962861"/>
              <a:gd name="connsiteX5" fmla="*/ 0 w 12191999"/>
              <a:gd name="connsiteY5" fmla="*/ 0 h 5962861"/>
              <a:gd name="connsiteX0" fmla="*/ 0 w 12191999"/>
              <a:gd name="connsiteY0" fmla="*/ 0 h 5962830"/>
              <a:gd name="connsiteX1" fmla="*/ 12191999 w 12191999"/>
              <a:gd name="connsiteY1" fmla="*/ 0 h 5962830"/>
              <a:gd name="connsiteX2" fmla="*/ 12185649 w 12191999"/>
              <a:gd name="connsiteY2" fmla="*/ 5224362 h 5962830"/>
              <a:gd name="connsiteX3" fmla="*/ 6095999 w 12191999"/>
              <a:gd name="connsiteY3" fmla="*/ 5962650 h 5962830"/>
              <a:gd name="connsiteX4" fmla="*/ 0 w 12191999"/>
              <a:gd name="connsiteY4" fmla="*/ 5224362 h 5962830"/>
              <a:gd name="connsiteX5" fmla="*/ 0 w 12191999"/>
              <a:gd name="connsiteY5" fmla="*/ 0 h 5962830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5962714"/>
              <a:gd name="connsiteX1" fmla="*/ 12191999 w 12191999"/>
              <a:gd name="connsiteY1" fmla="*/ 0 h 5962714"/>
              <a:gd name="connsiteX2" fmla="*/ 12185649 w 12191999"/>
              <a:gd name="connsiteY2" fmla="*/ 5224362 h 5962714"/>
              <a:gd name="connsiteX3" fmla="*/ 6095999 w 12191999"/>
              <a:gd name="connsiteY3" fmla="*/ 5962650 h 5962714"/>
              <a:gd name="connsiteX4" fmla="*/ 0 w 12191999"/>
              <a:gd name="connsiteY4" fmla="*/ 5224362 h 5962714"/>
              <a:gd name="connsiteX5" fmla="*/ 0 w 12191999"/>
              <a:gd name="connsiteY5" fmla="*/ 0 h 5962714"/>
              <a:gd name="connsiteX0" fmla="*/ 0 w 12191999"/>
              <a:gd name="connsiteY0" fmla="*/ 0 h 6260426"/>
              <a:gd name="connsiteX1" fmla="*/ 12191999 w 12191999"/>
              <a:gd name="connsiteY1" fmla="*/ 297712 h 6260426"/>
              <a:gd name="connsiteX2" fmla="*/ 12185649 w 12191999"/>
              <a:gd name="connsiteY2" fmla="*/ 5522074 h 6260426"/>
              <a:gd name="connsiteX3" fmla="*/ 6095999 w 12191999"/>
              <a:gd name="connsiteY3" fmla="*/ 6260362 h 6260426"/>
              <a:gd name="connsiteX4" fmla="*/ 0 w 12191999"/>
              <a:gd name="connsiteY4" fmla="*/ 5522074 h 6260426"/>
              <a:gd name="connsiteX5" fmla="*/ 0 w 12191999"/>
              <a:gd name="connsiteY5" fmla="*/ 0 h 6260426"/>
              <a:gd name="connsiteX0" fmla="*/ 0 w 12191999"/>
              <a:gd name="connsiteY0" fmla="*/ 10632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10632 h 6271058"/>
              <a:gd name="connsiteX0" fmla="*/ 0 w 12191999"/>
              <a:gd name="connsiteY0" fmla="*/ 0 h 6271058"/>
              <a:gd name="connsiteX1" fmla="*/ 12191999 w 12191999"/>
              <a:gd name="connsiteY1" fmla="*/ 0 h 6271058"/>
              <a:gd name="connsiteX2" fmla="*/ 12185649 w 12191999"/>
              <a:gd name="connsiteY2" fmla="*/ 5532706 h 6271058"/>
              <a:gd name="connsiteX3" fmla="*/ 6095999 w 12191999"/>
              <a:gd name="connsiteY3" fmla="*/ 6270994 h 6271058"/>
              <a:gd name="connsiteX4" fmla="*/ 0 w 12191999"/>
              <a:gd name="connsiteY4" fmla="*/ 5532706 h 6271058"/>
              <a:gd name="connsiteX5" fmla="*/ 0 w 12191999"/>
              <a:gd name="connsiteY5" fmla="*/ 0 h 627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6271058">
                <a:moveTo>
                  <a:pt x="0" y="0"/>
                </a:moveTo>
                <a:lnTo>
                  <a:pt x="12191999" y="0"/>
                </a:lnTo>
                <a:cubicBezTo>
                  <a:pt x="12189882" y="1741454"/>
                  <a:pt x="12187766" y="3791252"/>
                  <a:pt x="12185649" y="5532706"/>
                </a:cubicBezTo>
                <a:cubicBezTo>
                  <a:pt x="10879320" y="5834668"/>
                  <a:pt x="8664900" y="6277196"/>
                  <a:pt x="6095999" y="6270994"/>
                </a:cubicBezTo>
                <a:cubicBezTo>
                  <a:pt x="3527098" y="6264792"/>
                  <a:pt x="1629043" y="5928559"/>
                  <a:pt x="0" y="5532706"/>
                </a:cubicBezTo>
                <a:lnTo>
                  <a:pt x="0" y="0"/>
                </a:ln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AB5538-E783-65F9-302C-A408DA356A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59013" y="6045348"/>
            <a:ext cx="589643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5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FD020A-5C4A-5B2A-51B2-1E858FD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D9A43D-6AC3-FA7D-57AC-309A398F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272DC-8FA9-8AAB-4124-0763EB06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7505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CFCDDAF-CBAA-F438-F32C-261CB55D3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97E64A-CF26-72FF-AE61-1923F7731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00F87D-560C-FEBF-AB01-5B4F964BB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E2236-8A24-E749-ADFB-38B64418FB5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1F4535-D0B7-E5E0-8ADB-39A477327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5AD36-21F3-E646-FC0F-88640950C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44394-499F-844E-B5D7-4F8C3253AD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01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2" r:id="rId2"/>
    <p:sldLayoutId id="2147483664" r:id="rId3"/>
    <p:sldLayoutId id="2147483666" r:id="rId4"/>
    <p:sldLayoutId id="2147483665" r:id="rId5"/>
    <p:sldLayoutId id="2147483670" r:id="rId6"/>
    <p:sldLayoutId id="2147483671" r:id="rId7"/>
    <p:sldLayoutId id="2147483673" r:id="rId8"/>
    <p:sldLayoutId id="2147483674" r:id="rId9"/>
    <p:sldLayoutId id="2147483672" r:id="rId10"/>
    <p:sldLayoutId id="2147483668" r:id="rId11"/>
    <p:sldLayoutId id="2147483667" r:id="rId12"/>
    <p:sldLayoutId id="2147483661" r:id="rId13"/>
    <p:sldLayoutId id="214748365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jpeg"/><Relationship Id="rId3" Type="http://schemas.openxmlformats.org/officeDocument/2006/relationships/image" Target="../media/image5.emf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A6C1ABB-9F7B-E960-F476-7C369BF6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A234A71-2A4F-A588-47BF-1189185ED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6034313"/>
            <a:ext cx="2732321" cy="45538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60E1963-13A6-84FE-4185-C3656596DA5A}"/>
              </a:ext>
            </a:extLst>
          </p:cNvPr>
          <p:cNvSpPr txBox="1"/>
          <p:nvPr/>
        </p:nvSpPr>
        <p:spPr>
          <a:xfrm>
            <a:off x="1092200" y="1295400"/>
            <a:ext cx="58420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sz="4800" b="1" dirty="0">
                <a:solidFill>
                  <a:schemeClr val="bg1"/>
                </a:solidFill>
              </a:rPr>
              <a:t>SPL </a:t>
            </a:r>
            <a:r>
              <a:rPr sz="4800" b="1" dirty="0" err="1">
                <a:solidFill>
                  <a:schemeClr val="bg1"/>
                </a:solidFill>
              </a:rPr>
              <a:t>Actimed</a:t>
            </a:r>
            <a:r>
              <a:rPr sz="4800" b="1" dirty="0">
                <a:solidFill>
                  <a:schemeClr val="bg1"/>
                </a:solidFill>
              </a:rPr>
              <a:t> × </a:t>
            </a:r>
            <a:r>
              <a:rPr sz="4800" b="1" dirty="0" err="1">
                <a:solidFill>
                  <a:schemeClr val="bg1"/>
                </a:solidFill>
              </a:rPr>
              <a:t>samedis.care</a:t>
            </a:r>
            <a:endParaRPr sz="4800" b="1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08B9C6E-5208-4015-72C5-F67769560248}"/>
              </a:ext>
            </a:extLst>
          </p:cNvPr>
          <p:cNvSpPr txBox="1"/>
          <p:nvPr/>
        </p:nvSpPr>
        <p:spPr>
          <a:xfrm>
            <a:off x="1092200" y="2844800"/>
            <a:ext cx="4857459" cy="124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noProof="1">
                <a:solidFill>
                  <a:schemeClr val="bg1"/>
                </a:solidFill>
              </a:rPr>
              <a:t>Nahtloser Sync zwischen MS Access-Prüfsoftware und der Cloud. Eine Windows-EXE im Hintergrund — der Techniker arbeitet wie gewohnt, der Sync passiert von selbst.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FEC68A2-D430-C056-A8CE-B53526AB9AC2}"/>
              </a:ext>
            </a:extLst>
          </p:cNvPr>
          <p:cNvSpPr txBox="1"/>
          <p:nvPr/>
        </p:nvSpPr>
        <p:spPr>
          <a:xfrm>
            <a:off x="9398000" y="6034313"/>
            <a:ext cx="2311400" cy="394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t>www.samedis.care</a:t>
            </a:r>
          </a:p>
        </p:txBody>
      </p:sp>
      <p:pic>
        <p:nvPicPr>
          <p:cNvPr id="10" name="Picture 9" descr="s01_tit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184" y="429540"/>
            <a:ext cx="4691792" cy="51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6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552E9C-9EE3-E76E-16DC-69677F1C0C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Inhalt</a:t>
            </a:r>
            <a:endParaRPr lang="de-DE" sz="320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496B16F-34E9-912B-C6A5-92FAFD6F09B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sz="1800"/>
              <a:t>Ausgangslage: zwei Welten, ein Techniker</a:t>
            </a:r>
          </a:p>
          <a:p>
            <a:r>
              <a:rPr sz="1800"/>
              <a:t>Die Lösung im Überblick</a:t>
            </a:r>
          </a:p>
          <a:p>
            <a:r>
              <a:rPr sz="1800"/>
              <a:t>Architektur — drei Knoten, eine EXE</a:t>
            </a:r>
          </a:p>
          <a:p>
            <a:r>
              <a:rPr sz="1800"/>
              <a:t>Workflow Modus 1 — PDF-Pickup</a:t>
            </a:r>
          </a:p>
          <a:p>
            <a:r>
              <a:rPr sz="1800"/>
              <a:t>Workflow Modus 2 — PNG-Wertenachweis</a:t>
            </a:r>
          </a:p>
          <a:p>
            <a:r>
              <a:rPr sz="1800"/>
              <a:t>Datenmodell-Mapping</a:t>
            </a:r>
          </a:p>
          <a:p>
            <a:r>
              <a:rPr sz="1800"/>
              <a:t>Sicherheit &amp; Compliance</a:t>
            </a:r>
          </a:p>
          <a:p>
            <a:r>
              <a:rPr sz="1800"/>
              <a:t>Pilotprogramm 2026</a:t>
            </a:r>
          </a:p>
        </p:txBody>
      </p:sp>
      <p:pic>
        <p:nvPicPr>
          <p:cNvPr id="6" name="Picture 5" descr="s02_inh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05" y="-7951"/>
            <a:ext cx="4172433" cy="686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0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 descr="Ein Bild, das Mann, drinnen enthält.&#10;&#10;Automatisch generierte Beschreibung">
            <a:extLst>
              <a:ext uri="{FF2B5EF4-FFF2-40B4-BE49-F238E27FC236}">
                <a16:creationId xmlns:a16="http://schemas.microsoft.com/office/drawing/2014/main" id="{8F65E5FF-50BD-6D45-59B1-8B8194F285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3609"/>
            <a:ext cx="12191999" cy="6271058"/>
          </a:xfr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03BE35-6180-7EC1-B83E-BBBD3D599D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1440000" tIns="1440000" rIns="1440000" bIns="1440000"/>
          <a:lstStyle/>
          <a:p>
            <a:r>
              <a:t>01  Zwei Welten, ein Techniker</a:t>
            </a:r>
          </a:p>
        </p:txBody>
      </p:sp>
    </p:spTree>
    <p:extLst>
      <p:ext uri="{BB962C8B-B14F-4D97-AF65-F5344CB8AC3E}">
        <p14:creationId xmlns:p14="http://schemas.microsoft.com/office/powerpoint/2010/main" val="86981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/>
            </a:br>
            <a:r>
              <a:t>Datenmodell — was wo wie heißt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199" y="2722636"/>
            <a:ext cx="9235141" cy="3116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300" noProof="1"/>
              <a:t>Tenant ↔ A3_CUST.CUST_ID — pro Mandant eine oder mehrere CUST_IDs in Actimed. Zuordnung per Komfort-Dialog im Tray.</a:t>
            </a:r>
          </a:p>
          <a:p>
            <a:r>
              <a:rPr lang="de-DE" sz="1300" noProof="1"/>
              <a:t>Inventory ↔ A3_DEV (+ A3_DEV_TYPE, A3_MANUF, A3_DEV_KIND) — samedis.care ist Master, fehlende Stammdaten legt der Sync on-the-fly an.</a:t>
            </a:r>
          </a:p>
          <a:p>
            <a:r>
              <a:rPr lang="de-DE" sz="1300" noProof="1"/>
              <a:t>Issue (maintenance) ↔ A3_IS_ACT_DEV — pro offenem Wartungsauftrag eine geplante Tätigkeit am Gerät mit Fälligkeit.</a:t>
            </a:r>
          </a:p>
          <a:p>
            <a:r>
              <a:rPr lang="de-DE" sz="1300" noProof="1"/>
              <a:t>Wartungsart ↔ A3_ACTIVITY → TEST_SPEC — Regex-Mapping auf A3_ACTIVITY_KIND. Der Sync nutzt eine vorhandene Tätigkeit oder legt sie bei Bedarf automatisch an (mit Prüfvorschrift + Intervall).</a:t>
            </a:r>
          </a:p>
          <a:p>
            <a:r>
              <a:rPr lang="de-DE" sz="1300" noProof="1"/>
              <a:t>Anhang (PDF / PNG) ↔ A3_FINISHED_TEST — PDF aus dem Pickup-Ordner oder PNG-Wertenachweis aus den DB-Werten, beide hängen am Vorgang.</a:t>
            </a:r>
          </a:p>
          <a:p>
            <a:r>
              <a:rPr lang="de-DE" sz="1300" noProof="1"/>
              <a:t>Intervall &amp; Folgeprüfung — das Prüfintervall wird in beide Richtungen synchronisiert; nach Abschluss legt der Sync auf Wunsch die nächste geplante Prüfung an (Prüfdatum + Intervall).</a:t>
            </a:r>
          </a:p>
        </p:txBody>
      </p:sp>
    </p:spTree>
    <p:extLst>
      <p:ext uri="{BB962C8B-B14F-4D97-AF65-F5344CB8AC3E}">
        <p14:creationId xmlns:p14="http://schemas.microsoft.com/office/powerpoint/2010/main" val="71791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 dirty="0"/>
            </a:br>
            <a:r>
              <a:rPr dirty="0" err="1"/>
              <a:t>Ausgangslage</a:t>
            </a:r>
            <a:endParaRPr dirty="0"/>
          </a:p>
          <a:p>
            <a:r>
              <a:rPr dirty="0"/>
              <a:t>Zwei </a:t>
            </a:r>
            <a:r>
              <a:rPr dirty="0" err="1"/>
              <a:t>Welten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Techniker</a:t>
            </a:r>
            <a:endParaRPr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sz="1400" noProof="1"/>
              <a:t>SPL Actimed (Vor Ort)</a:t>
            </a:r>
          </a:p>
          <a:p>
            <a:r>
              <a:rPr lang="de-DE" sz="1400" noProof="1"/>
              <a:t>MS Access-Datenbank lokal auf dem Windows-Notebook</a:t>
            </a:r>
          </a:p>
          <a:p>
            <a:r>
              <a:rPr lang="de-DE" sz="1400" noProof="1"/>
              <a:t>Steuerung der SPL-Messgeräte (DP300, DP600, GM-800)</a:t>
            </a:r>
          </a:p>
          <a:p>
            <a:r>
              <a:rPr lang="de-DE" sz="1400" noProof="1"/>
              <a:t>Vollständige Prüfvorschriften, Schritte, Limits</a:t>
            </a:r>
          </a:p>
          <a:p>
            <a:r>
              <a:rPr lang="de-DE" sz="1400" noProof="1"/>
              <a:t>Funktioniert offline beim Kunden</a:t>
            </a:r>
          </a:p>
          <a:p>
            <a:r>
              <a:rPr lang="de-DE" sz="1400" noProof="1"/>
              <a:t>Druckprotokoll als PDF lokal speicherbar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96D004F-D1CD-AB04-E4F9-B84F659483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noProof="1"/>
              <a:t>samedis.care (Cloud)</a:t>
            </a:r>
          </a:p>
          <a:p>
            <a:r>
              <a:rPr lang="de-DE" sz="1400" noProof="1"/>
              <a:t>Mandantenfähige Bestandsverwaltung als SaaS</a:t>
            </a:r>
          </a:p>
          <a:p>
            <a:r>
              <a:rPr lang="de-DE" sz="1400" noProof="1"/>
              <a:t>Web- und Mobile-Oberfläche für Techniker + QM</a:t>
            </a:r>
          </a:p>
          <a:p>
            <a:r>
              <a:rPr lang="de-DE" sz="1400" noProof="1"/>
              <a:t>Auftragsplanung (Issues), Fälligkeiten, History</a:t>
            </a:r>
          </a:p>
          <a:p>
            <a:r>
              <a:rPr lang="de-DE" sz="1400" noProof="1"/>
              <a:t>REST-API mit OAuth, Anhänge je Vorgang</a:t>
            </a:r>
          </a:p>
          <a:p>
            <a:r>
              <a:rPr lang="de-DE" sz="1400" noProof="1"/>
              <a:t>Manueller Datenabgleich heute = doppelte Arbeit</a:t>
            </a:r>
          </a:p>
        </p:txBody>
      </p:sp>
    </p:spTree>
    <p:extLst>
      <p:ext uri="{BB962C8B-B14F-4D97-AF65-F5344CB8AC3E}">
        <p14:creationId xmlns:p14="http://schemas.microsoft.com/office/powerpoint/2010/main" val="289768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/>
            </a:br>
            <a:r>
              <a:t>Pilotprogramm 2026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300" noProof="1"/>
              <a:t>Was wir bieten</a:t>
            </a:r>
          </a:p>
          <a:p>
            <a:r>
              <a:rPr lang="de-DE" sz="1300" noProof="1"/>
              <a:t>Kostenfreie Tray-EXE für die Pilotphase, inklusive Updates und Bugfixes</a:t>
            </a:r>
          </a:p>
          <a:p>
            <a:r>
              <a:rPr lang="de-DE" sz="1300" noProof="1"/>
              <a:t>Persönliches Onboarding — wir richten Mappings für Ihre Tätigkeitsarten gemeinsam ein</a:t>
            </a:r>
          </a:p>
          <a:p>
            <a:r>
              <a:rPr lang="de-DE" sz="1300" noProof="1"/>
              <a:t>Direkter Draht zum Engineering — Feature-Wünsche fließen direkt in den Backlog</a:t>
            </a:r>
          </a:p>
          <a:p>
            <a:r>
              <a:rPr lang="de-DE" sz="1300" noProof="1"/>
              <a:t>Anpassung auf Ihre Prüfvorschriften — Sie pflegen die TEST_SPEC in Actimed wie gewohnt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96D004F-D1CD-AB04-E4F9-B84F659483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Was wir brauchen</a:t>
            </a:r>
          </a:p>
          <a:p>
            <a:r>
              <a:rPr lang="de-DE" sz="1300" noProof="1"/>
              <a:t>Eine Test-Actimed-DB (Kopie genügt, wir arbeiten read-only)</a:t>
            </a:r>
          </a:p>
          <a:p>
            <a:r>
              <a:rPr lang="de-DE" sz="1300" noProof="1"/>
              <a:t>Ein Pilot-Notebook für 4 bis 6 Wochen, ein realer Techniker</a:t>
            </a:r>
          </a:p>
          <a:p>
            <a:r>
              <a:rPr lang="de-DE" sz="1300" noProof="1"/>
              <a:t>Liste Ihrer Tätigkeitsarten und Prüfvorschriften</a:t>
            </a:r>
          </a:p>
          <a:p>
            <a:r>
              <a:rPr lang="de-DE" sz="1300" noProof="1"/>
              <a:t>Ehrliches Feedback — was nervt, was fehlt, was passt nicht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EFEFB1-81E7-BF83-E629-7A8B06945C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Was Sie als Pilot-Dienstleister bekommen — und was wir gemeinsam herausfinden</a:t>
            </a:r>
          </a:p>
        </p:txBody>
      </p:sp>
    </p:spTree>
    <p:extLst>
      <p:ext uri="{BB962C8B-B14F-4D97-AF65-F5344CB8AC3E}">
        <p14:creationId xmlns:p14="http://schemas.microsoft.com/office/powerpoint/2010/main" val="203378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569A7A-55F4-2267-C2C1-A1E819671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br>
              <a:rPr lang="de-DE"/>
            </a:br>
            <a:r>
              <a:t>Architektur</a:t>
            </a:r>
          </a:p>
          <a:p>
            <a:r>
              <a:t>Drei Knoten, eine EXE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5A8A6D-B20D-DEFF-021E-0345703714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samedis.care (Cloud)</a:t>
            </a:r>
          </a:p>
          <a:p>
            <a:r>
              <a:rPr lang="de-DE" sz="1300" noProof="1"/>
              <a:t>SaaS, Multi-Tenant</a:t>
            </a:r>
          </a:p>
          <a:p>
            <a:r>
              <a:rPr lang="de-DE" sz="1300" noProof="1"/>
              <a:t>REST-API + OAuth-Authentifizierung</a:t>
            </a:r>
          </a:p>
          <a:p>
            <a:r>
              <a:rPr lang="de-DE" sz="1300" noProof="1"/>
              <a:t>Master für Inventare und Wartungsaufträge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96D004F-D1CD-AB04-E4F9-B84F659483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SamedisCare.SplSync.Tray.exe</a:t>
            </a:r>
          </a:p>
          <a:p>
            <a:r>
              <a:rPr lang="de-DE" sz="1300" noProof="1"/>
              <a:t>Windows-Tray, .NET 8, Single-File</a:t>
            </a:r>
          </a:p>
          <a:p>
            <a:r>
              <a:rPr lang="de-DE" sz="1300" noProof="1"/>
              <a:t>Drei parallele Loops: Download, Upload-Polling, PDF-Watcher</a:t>
            </a:r>
          </a:p>
          <a:p>
            <a:r>
              <a:rPr lang="de-DE" sz="1300" noProof="1"/>
              <a:t>Lokale SQLite-Outbox für Offline-Robustheit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17E42-9026-6DEF-0A9F-8CE3F11B2C36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SPL Actimed</a:t>
            </a:r>
          </a:p>
          <a:p>
            <a:r>
              <a:rPr lang="de-DE" sz="1300" noProof="1"/>
              <a:t>MS Access-DB (actimed3db.mdb) lokal</a:t>
            </a:r>
          </a:p>
          <a:p>
            <a:r>
              <a:rPr lang="de-DE" sz="1300" noProof="1"/>
              <a:t>Zugriff über Microsoft.ACE.OLEDB.16.0</a:t>
            </a:r>
          </a:p>
          <a:p>
            <a:r>
              <a:rPr lang="de-DE" sz="1300" noProof="1"/>
              <a:t>ConActX steuert die angeschlossenen Messgeräte</a:t>
            </a:r>
          </a:p>
        </p:txBody>
      </p:sp>
    </p:spTree>
    <p:extLst>
      <p:ext uri="{BB962C8B-B14F-4D97-AF65-F5344CB8AC3E}">
        <p14:creationId xmlns:p14="http://schemas.microsoft.com/office/powerpoint/2010/main" val="7715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CC23EC4-B302-32C4-AD33-1C1F1140362F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Inventare und offene Aufträge aus samedis.care nach Actimed. Abgeschlossene Prüfungen plus Anhänge zurück in die Cloud — automatisch, idempotent.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D27FD00-017F-6F71-6BAB-FC312F727A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t>Bidirektional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1A36D5DE-54C0-E7D3-949F-956F0EC275BA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Ein Dienstleister, viele Kunden. Pro Samedis-Tenant eine eigene CUST_ID-Zuordnung in Actimed. Verwaltet per Klick-Dialog im Tray.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813083A-C0FA-61D0-BCF4-C04BD18813A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t>Multi-Mandant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7060E669-32C2-255C-EE3C-01520B849498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200" noProof="1"/>
              <a:t>Der Techniker arbeitet beim Kunden ohne Netz. Sobald wieder online, holt der Tray automatisch auf — keine verlorenen Daten.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F155DF1-FC44-F50E-E31F-4F64BBCF1A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t>Offline-First</a:t>
            </a:r>
          </a:p>
        </p:txBody>
      </p:sp>
      <p:pic>
        <p:nvPicPr>
          <p:cNvPr id="21" name="Picture 20" descr="s08_card3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06" y="947963"/>
            <a:ext cx="3175000" cy="1998666"/>
          </a:xfrm>
          <a:prstGeom prst="rect">
            <a:avLst/>
          </a:prstGeom>
        </p:spPr>
      </p:pic>
      <p:pic>
        <p:nvPicPr>
          <p:cNvPr id="22" name="Picture 21" descr="s08_card2_multimand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105" y="947963"/>
            <a:ext cx="3175000" cy="1998666"/>
          </a:xfrm>
          <a:prstGeom prst="rect">
            <a:avLst/>
          </a:prstGeom>
        </p:spPr>
      </p:pic>
      <p:pic>
        <p:nvPicPr>
          <p:cNvPr id="23" name="Picture 22" descr="s08_card1_bidirekt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294" y="947963"/>
            <a:ext cx="3175000" cy="19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87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7060E669-32C2-255C-EE3C-01520B849498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Nur Daten bewegen, die der Dienstleister wirklich braucht.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06A4771-EB71-ABC5-A04E-B8BBC892379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br>
              <a:rPr lang="de-DE" b="1">
                <a:solidFill>
                  <a:srgbClr val="02213F"/>
                </a:solidFill>
                <a:effectLst/>
                <a:latin typeface="Roboto" panose="02000000000000000000" pitchFamily="2" charset="0"/>
              </a:rPr>
            </a:br>
            <a:r>
              <a:rPr b="1">
                <a:latin typeface="Roboto"/>
              </a:rPr>
              <a:t>Sicherheit &amp; Compliance</a:t>
            </a:r>
            <a:endParaRPr lang="de-DE">
              <a:solidFill>
                <a:srgbClr val="02213F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CC23EC4-B302-32C4-AD33-1C1F1140362F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Bearer-Token-Authentifizierung gegen den samedis.care Auth-Endpoint, Token rotiert pro Lauf. Alle Aufrufe TLS-verschlüsselt.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813083A-C0FA-61D0-BCF4-C04BD18813A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t>OAuth + HTTPS/TLS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1A36D5DE-54C0-E7D3-949F-956F0EC275BA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sz="1200"/>
              <a:t>Client-Secret und Proxy-Passwort in config.yml mit Windows-DPAPI verschlüsselt. Kein Klartext in Backups.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F155DF1-FC44-F50E-E31F-4F64BBCF1A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t>DPAPI-verschlüsselte Secrets</a:t>
            </a:r>
          </a:p>
        </p:txBody>
      </p:sp>
      <p:pic>
        <p:nvPicPr>
          <p:cNvPr id="21" name="Picture 20" descr="s09_card3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06" y="947963"/>
            <a:ext cx="3175000" cy="1998666"/>
          </a:xfrm>
          <a:prstGeom prst="rect">
            <a:avLst/>
          </a:prstGeom>
        </p:spPr>
      </p:pic>
      <p:pic>
        <p:nvPicPr>
          <p:cNvPr id="22" name="Picture 21" descr="s09_card2_dp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105" y="947963"/>
            <a:ext cx="3175000" cy="1998666"/>
          </a:xfrm>
          <a:prstGeom prst="rect">
            <a:avLst/>
          </a:prstGeom>
        </p:spPr>
      </p:pic>
      <p:pic>
        <p:nvPicPr>
          <p:cNvPr id="23" name="Picture 22" descr="s09_card1_oau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294" y="947963"/>
            <a:ext cx="3175000" cy="19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552E9C-9EE3-E76E-16DC-69677F1C0C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3200"/>
              <a:t>Modus 1 — PDF-Pickup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9C55C7-662D-8285-424F-3B49CC6412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83399" y="2236498"/>
            <a:ext cx="4960769" cy="40136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300" noProof="1"/>
              <a:t>Der vertraute Actimed-Workflow bleibt erhalten — der Sync hängt das Original-PDF an den Samedis-Vorgang.</a:t>
            </a:r>
          </a:p>
          <a:p>
            <a:r>
              <a:rPr lang="de-DE" sz="1300" noProof="1"/>
              <a:t>Auftrag in samedis.care anlegen (QM, Disponent).</a:t>
            </a:r>
          </a:p>
          <a:p>
            <a:r>
              <a:rPr lang="de-DE" sz="1300" noProof="1"/>
              <a:t>Sync zieht den Auftrag als geplante Tätigkeit nach Actimed.</a:t>
            </a:r>
          </a:p>
          <a:p>
            <a:r>
              <a:rPr lang="de-DE" sz="1300" noProof="1"/>
              <a:t>Techniker startet Prüfung (Strg+P), ConActX steuert das Messgerät.</a:t>
            </a:r>
          </a:p>
          <a:p>
            <a:r>
              <a:rPr lang="de-DE" sz="1300" noProof="1"/>
              <a:t>Nach Speichern Druck als PDF in den überwachten Reports-Ordner.</a:t>
            </a:r>
          </a:p>
          <a:p>
            <a:r>
              <a:rPr lang="de-DE" sz="1300" noProof="1"/>
              <a:t>Tray erkennt das PDF, schließt den Vorgang done + Anhang.</a:t>
            </a:r>
          </a:p>
          <a:p>
            <a:r>
              <a:rPr lang="de-DE" sz="1300" noProof="1"/>
              <a:t>Geeignet für QM-/Audit-Setups, die das Originalprotokoll archivieren.</a:t>
            </a:r>
          </a:p>
        </p:txBody>
      </p:sp>
      <p:pic>
        <p:nvPicPr>
          <p:cNvPr id="5" name="Picture 4" descr="s10_modus1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32" y="-3175"/>
            <a:ext cx="5861051" cy="68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3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71BCE1B-B512-1F32-5515-C231C4F67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Modus 2 — PNG-Wertenachweis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A459A-6428-D4D4-50DD-D775595A584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Der Techniker arbeitet in samedis.care Mobile/Web, Actimed läuft nur als Messgerät-Steuerung.</a:t>
            </a:r>
          </a:p>
          <a:p>
            <a:r>
              <a:rPr lang="de-DE" sz="1300" noProof="1"/>
              <a:t>Sobald die Messung in A3_FINISHED_TEST landet, rendert der Tray innerhalb von ~30 s ein PNG-Wertenachweis-Bild und hängt es an den Vorgang.</a:t>
            </a:r>
          </a:p>
          <a:p>
            <a:r>
              <a:rPr lang="de-DE" sz="1300" noProof="1"/>
              <a:t>Der Techniker sieht das Bild sofort im Mobile, schließt den Vorgang dort. Kein PDF-Druck nötig.</a:t>
            </a:r>
          </a:p>
          <a:p>
            <a:r>
              <a:rPr lang="de-DE" sz="1300" noProof="1"/>
              <a:t>Geeignet für paperless Workflows und Mobile-First-Techniker.</a:t>
            </a:r>
          </a:p>
        </p:txBody>
      </p:sp>
      <p:pic>
        <p:nvPicPr>
          <p:cNvPr id="4" name="Picture 3" descr="s11_modus2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088" y="1076325"/>
            <a:ext cx="5065712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0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71BCE1B-B512-1F32-5515-C231C4F67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Lassen Sie uns gemeinsam testen.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A459A-6428-D4D4-50DD-D775595A584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92200" y="2236498"/>
            <a:ext cx="5003800" cy="3284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noProof="1"/>
              <a:t>Eine Stunde Webdemo, ein Pilot-Notebook, klare Antworten.</a:t>
            </a:r>
          </a:p>
          <a:p>
            <a:r>
              <a:rPr lang="de-DE" sz="1300" noProof="1"/>
              <a:t>Ansprechpartner:</a:t>
            </a:r>
            <a:br>
              <a:rPr lang="de-DE" sz="1300" noProof="1"/>
            </a:br>
            <a:r>
              <a:rPr lang="de-DE" sz="1300" noProof="1"/>
              <a:t>Kathleen Birkl / Yves Rausch</a:t>
            </a:r>
          </a:p>
          <a:p>
            <a:r>
              <a:rPr lang="de-DE" sz="1300" noProof="1"/>
              <a:t>kathleen@samedis.care / yves@samedis.care</a:t>
            </a:r>
          </a:p>
          <a:p>
            <a:r>
              <a:rPr lang="de-DE" sz="1300" noProof="1"/>
              <a:t>Wir starten mit 3 bis 5 Pilot-Dienstleistern im Q3 2026.</a:t>
            </a:r>
          </a:p>
        </p:txBody>
      </p:sp>
      <p:pic>
        <p:nvPicPr>
          <p:cNvPr id="4" name="Picture 3" descr="s12_konta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15" y="763263"/>
            <a:ext cx="3807750" cy="47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97664"/>
      </p:ext>
    </p:extLst>
  </p:cSld>
  <p:clrMapOvr>
    <a:masterClrMapping/>
  </p:clrMapOvr>
</p:sld>
</file>

<file path=ppt/theme/theme1.xml><?xml version="1.0" encoding="utf-8"?>
<a:theme xmlns:a="http://schemas.openxmlformats.org/drawingml/2006/main" name="SamedisCare">
  <a:themeElements>
    <a:clrScheme name="SamedisCare">
      <a:dk1>
        <a:srgbClr val="000000"/>
      </a:dk1>
      <a:lt1>
        <a:srgbClr val="FFFFFF"/>
      </a:lt1>
      <a:dk2>
        <a:srgbClr val="002C50"/>
      </a:dk2>
      <a:lt2>
        <a:srgbClr val="F7FAFC"/>
      </a:lt2>
      <a:accent1>
        <a:srgbClr val="0069B3"/>
      </a:accent1>
      <a:accent2>
        <a:srgbClr val="00AFC3"/>
      </a:accent2>
      <a:accent3>
        <a:srgbClr val="FFCD00"/>
      </a:accent3>
      <a:accent4>
        <a:srgbClr val="E62C4B"/>
      </a:accent4>
      <a:accent5>
        <a:srgbClr val="64B3E6"/>
      </a:accent5>
      <a:accent6>
        <a:srgbClr val="555555"/>
      </a:accent6>
      <a:hlink>
        <a:srgbClr val="0563C1"/>
      </a:hlink>
      <a:folHlink>
        <a:srgbClr val="00518C"/>
      </a:folHlink>
    </a:clrScheme>
    <a:fontScheme name="Samedis">
      <a:majorFont>
        <a:latin typeface="Roboto Bold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boto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e9f9b1b-eee3-4a14-ab11-58c53740f8e1">
      <UserInfo>
        <DisplayName>Yves Rausch</DisplayName>
        <AccountId>11</AccountId>
        <AccountType/>
      </UserInfo>
      <UserInfo>
        <DisplayName>Moritz Volkmar</DisplayName>
        <AccountId>12</AccountId>
        <AccountType/>
      </UserInfo>
    </SharedWithUsers>
    <lcf76f155ced4ddcb4097134ff3c332f xmlns="a3b2c24d-70db-4a14-9033-2dde4ab0173f">
      <Terms xmlns="http://schemas.microsoft.com/office/infopath/2007/PartnerControls"/>
    </lcf76f155ced4ddcb4097134ff3c332f>
    <TaxCatchAll xmlns="4e9f9b1b-eee3-4a14-ab11-58c53740f8e1" xsi:nil="true"/>
    <Ger_x00e4_tetypangelegt xmlns="a3b2c24d-70db-4a14-9033-2dde4ab017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EA8131F6FC5E4FB4BE23BA1A2C208D" ma:contentTypeVersion="19" ma:contentTypeDescription="Create a new document." ma:contentTypeScope="" ma:versionID="718183d083662f8ff9d331b673c24353">
  <xsd:schema xmlns:xsd="http://www.w3.org/2001/XMLSchema" xmlns:xs="http://www.w3.org/2001/XMLSchema" xmlns:p="http://schemas.microsoft.com/office/2006/metadata/properties" xmlns:ns2="a3b2c24d-70db-4a14-9033-2dde4ab0173f" xmlns:ns3="4e9f9b1b-eee3-4a14-ab11-58c53740f8e1" targetNamespace="http://schemas.microsoft.com/office/2006/metadata/properties" ma:root="true" ma:fieldsID="256b12d41af34372f7db8ef3694af773" ns2:_="" ns3:_="">
    <xsd:import namespace="a3b2c24d-70db-4a14-9033-2dde4ab0173f"/>
    <xsd:import namespace="4e9f9b1b-eee3-4a14-ab11-58c53740f8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Ger_x00e4_tetypangeleg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2c24d-70db-4a14-9033-2dde4ab017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b2c1a5d-3efe-4e7d-907a-3616889f08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Ger_x00e4_tetypangelegt" ma:index="25" nillable="true" ma:displayName="Gerätetyp angelegt" ma:format="Dropdown" ma:internalName="Ger_x00e4_tetypangelegt">
      <xsd:simpleType>
        <xsd:restriction base="dms:Choice">
          <xsd:enumeration value="Nicht möglich"/>
          <xsd:enumeration value="Ja"/>
          <xsd:enumeration value="unsicher"/>
        </xsd:restriction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9f9b1b-eee3-4a14-ab11-58c53740f8e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7fe19f8b-98f2-4978-a0f4-9e2b32f2ac07}" ma:internalName="TaxCatchAll" ma:showField="CatchAllData" ma:web="4e9f9b1b-eee3-4a14-ab11-58c53740f8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D2F00-3414-4784-A5C6-BA683BB21057}">
  <ds:schemaRefs>
    <ds:schemaRef ds:uri="http://purl.org/dc/terms/"/>
    <ds:schemaRef ds:uri="a3b2c24d-70db-4a14-9033-2dde4ab0173f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4e9f9b1b-eee3-4a14-ab11-58c53740f8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87472E7-FF76-448E-A844-66B082DE25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b2c24d-70db-4a14-9033-2dde4ab0173f"/>
    <ds:schemaRef ds:uri="4e9f9b1b-eee3-4a14-ab11-58c53740f8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92315B-A80C-4175-8996-DE2A18802A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823</Words>
  <Application>Microsoft Macintosh PowerPoint</Application>
  <PresentationFormat>Breitbild</PresentationFormat>
  <Paragraphs>90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Roboto Bold</vt:lpstr>
      <vt:lpstr>SamedisCare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Tim Holmes</dc:creator>
  <cp:lastModifiedBy>Yves Rausch</cp:lastModifiedBy>
  <cp:revision>10</cp:revision>
  <dcterms:created xsi:type="dcterms:W3CDTF">2022-09-29T09:25:02Z</dcterms:created>
  <dcterms:modified xsi:type="dcterms:W3CDTF">2026-05-11T08:14:02Z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0x01010034EA8131F6FC5E4FB4BE23BA1A2C208D</vt:lpwstr>
  </property>
  <property fmtid="{D5CDD505-2E9C-101B-9397-08002B2CF9AE}" pid="3" name="MediaServiceImageTags">
    <vt:lpwstr/>
  </property>
</Properties>
</file>